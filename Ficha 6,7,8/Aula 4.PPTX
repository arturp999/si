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notesMasterIdLst>
    <p:notesMasterId r:id="rId82"/>
  </p:notesMasterIdLst>
  <p:sldIdLst>
    <p:sldId id="288" r:id="rId4"/>
    <p:sldId id="766" r:id="rId5"/>
    <p:sldId id="767" r:id="rId6"/>
    <p:sldId id="768" r:id="rId7"/>
    <p:sldId id="769" r:id="rId8"/>
    <p:sldId id="770" r:id="rId9"/>
    <p:sldId id="771" r:id="rId10"/>
    <p:sldId id="772" r:id="rId11"/>
    <p:sldId id="773" r:id="rId12"/>
    <p:sldId id="774" r:id="rId13"/>
    <p:sldId id="775" r:id="rId14"/>
    <p:sldId id="776" r:id="rId15"/>
    <p:sldId id="777" r:id="rId16"/>
    <p:sldId id="778" r:id="rId17"/>
    <p:sldId id="779" r:id="rId18"/>
    <p:sldId id="780" r:id="rId19"/>
    <p:sldId id="781" r:id="rId20"/>
    <p:sldId id="782" r:id="rId21"/>
    <p:sldId id="783" r:id="rId22"/>
    <p:sldId id="784" r:id="rId23"/>
    <p:sldId id="785" r:id="rId24"/>
    <p:sldId id="786" r:id="rId25"/>
    <p:sldId id="787" r:id="rId26"/>
    <p:sldId id="788" r:id="rId27"/>
    <p:sldId id="789" r:id="rId28"/>
    <p:sldId id="790" r:id="rId29"/>
    <p:sldId id="791" r:id="rId30"/>
    <p:sldId id="792" r:id="rId31"/>
    <p:sldId id="793" r:id="rId32"/>
    <p:sldId id="794" r:id="rId33"/>
    <p:sldId id="795" r:id="rId34"/>
    <p:sldId id="796" r:id="rId35"/>
    <p:sldId id="797" r:id="rId36"/>
    <p:sldId id="798" r:id="rId37"/>
    <p:sldId id="799" r:id="rId38"/>
    <p:sldId id="800" r:id="rId39"/>
    <p:sldId id="801" r:id="rId40"/>
    <p:sldId id="802" r:id="rId41"/>
    <p:sldId id="803" r:id="rId42"/>
    <p:sldId id="804" r:id="rId43"/>
    <p:sldId id="805" r:id="rId44"/>
    <p:sldId id="806" r:id="rId45"/>
    <p:sldId id="807" r:id="rId46"/>
    <p:sldId id="808" r:id="rId47"/>
    <p:sldId id="809" r:id="rId48"/>
    <p:sldId id="810" r:id="rId49"/>
    <p:sldId id="811" r:id="rId50"/>
    <p:sldId id="812" r:id="rId51"/>
    <p:sldId id="813" r:id="rId52"/>
    <p:sldId id="814" r:id="rId53"/>
    <p:sldId id="815" r:id="rId54"/>
    <p:sldId id="816" r:id="rId55"/>
    <p:sldId id="817" r:id="rId56"/>
    <p:sldId id="818" r:id="rId57"/>
    <p:sldId id="819" r:id="rId58"/>
    <p:sldId id="820" r:id="rId59"/>
    <p:sldId id="821" r:id="rId60"/>
    <p:sldId id="822" r:id="rId61"/>
    <p:sldId id="823" r:id="rId62"/>
    <p:sldId id="824" r:id="rId63"/>
    <p:sldId id="825" r:id="rId64"/>
    <p:sldId id="826" r:id="rId65"/>
    <p:sldId id="827" r:id="rId66"/>
    <p:sldId id="828" r:id="rId67"/>
    <p:sldId id="829" r:id="rId68"/>
    <p:sldId id="830" r:id="rId69"/>
    <p:sldId id="831" r:id="rId70"/>
    <p:sldId id="832" r:id="rId71"/>
    <p:sldId id="833" r:id="rId72"/>
    <p:sldId id="834" r:id="rId73"/>
    <p:sldId id="835" r:id="rId74"/>
    <p:sldId id="836" r:id="rId75"/>
    <p:sldId id="837" r:id="rId76"/>
    <p:sldId id="838" r:id="rId77"/>
    <p:sldId id="839" r:id="rId78"/>
    <p:sldId id="840" r:id="rId79"/>
    <p:sldId id="286" r:id="rId80"/>
    <p:sldId id="289" r:id="rId81"/>
  </p:sldIdLst>
  <p:sldSz cx="9144000" cy="5143500" type="screen16x9"/>
  <p:notesSz cx="6858000" cy="9144000"/>
  <p:defaultTextStyle>
    <a:defPPr>
      <a:defRPr lang="pt-P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95" d="100"/>
          <a:sy n="95" d="100"/>
        </p:scale>
        <p:origin x="453" y="45"/>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B759D-A50D-45EA-A2E1-CFE97077A116}" type="datetimeFigureOut">
              <a:rPr lang="pt-PT" smtClean="0"/>
              <a:t>21/10/2018</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65229B-2441-4A1F-B51A-A7FEE15411D5}" type="slidenum">
              <a:rPr lang="pt-PT" smtClean="0"/>
              <a:t>‹nº›</a:t>
            </a:fld>
            <a:endParaRPr lang="pt-PT"/>
          </a:p>
        </p:txBody>
      </p:sp>
    </p:spTree>
    <p:extLst>
      <p:ext uri="{BB962C8B-B14F-4D97-AF65-F5344CB8AC3E}">
        <p14:creationId xmlns:p14="http://schemas.microsoft.com/office/powerpoint/2010/main" val="72568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pt-PT"/>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a:t>Click to edit Master subtitle style</a:t>
            </a:r>
          </a:p>
        </p:txBody>
      </p:sp>
      <p:sp>
        <p:nvSpPr>
          <p:cNvPr id="4" name="Date Placeholder 3"/>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idx="1"/>
          </p:nvPr>
        </p:nvSpPr>
        <p:spPr/>
        <p:txBody>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pt-PT"/>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Click to edit Master text styles</a:t>
            </a:r>
          </a:p>
        </p:txBody>
      </p:sp>
      <p:sp>
        <p:nvSpPr>
          <p:cNvPr id="4" name="Date Placeholder 3"/>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Date Placeholder 4"/>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pt-PT"/>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7" name="Date Placeholder 6"/>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Date Placeholder 2"/>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3" name="Footer Placeholder 2"/>
          <p:cNvSpPr>
            <a:spLocks noGrp="1"/>
          </p:cNvSpPr>
          <p:nvPr>
            <p:ph type="ftr" sz="quarter" idx="11"/>
          </p:nvPr>
        </p:nvSpPr>
        <p:spPr/>
        <p:txBody>
          <a:bodyPr/>
          <a:lstStyle/>
          <a:p>
            <a:endParaRPr lang="pt-PT"/>
          </a:p>
        </p:txBody>
      </p:sp>
      <p:sp>
        <p:nvSpPr>
          <p:cNvPr id="4" name="Slide Number Placeholder 3"/>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pt-PT"/>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pt-PT"/>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Vertical Text Placeholder 2"/>
          <p:cNvSpPr>
            <a:spLocks noGrp="1"/>
          </p:cNvSpPr>
          <p:nvPr>
            <p:ph type="body" orient="vert" idx="1"/>
          </p:nvPr>
        </p:nvSpPr>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pt-PT"/>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fld id="{FAB2E76D-59F5-4847-9801-37181729402E}" type="datetimeFigureOut">
              <a:rPr lang="pt-PT" smtClean="0"/>
              <a:pPr/>
              <a:t>21/10/2018</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EBD2376D-DD23-1341-9887-282CF172C372}" type="slidenum">
              <a:rPr lang="pt-PT" smtClean="0"/>
              <a:pPr/>
              <a:t>‹nº›</a:t>
            </a:fld>
            <a:endParaRPr lang="pt-PT"/>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pt-PT"/>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a:t>Click to edit Master subtitle style</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79393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idx="1"/>
          </p:nvPr>
        </p:nvSpPr>
        <p:spPr/>
        <p:txBody>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26919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pt-PT"/>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Click to edit Master text styles</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99157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0800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pt-PT"/>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25183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65268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56617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pt-PT"/>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05114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pt-PT"/>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07613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Vertical Text Placeholder 2"/>
          <p:cNvSpPr>
            <a:spLocks noGrp="1"/>
          </p:cNvSpPr>
          <p:nvPr>
            <p:ph type="body" orient="vert" idx="1"/>
          </p:nvPr>
        </p:nvSpPr>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43500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pt-PT"/>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662402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pt-PT"/>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a:t>Click to edit Master subtitle style</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82168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idx="1"/>
          </p:nvPr>
        </p:nvSpPr>
        <p:spPr/>
        <p:txBody>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338227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pt-PT"/>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Click to edit Master text styles</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24600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1715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pt-PT"/>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886742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144935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028873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pt-PT"/>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903011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pt-PT"/>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Click to edit Master text styles</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310965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Click to edit Master title style</a:t>
            </a:r>
          </a:p>
        </p:txBody>
      </p:sp>
      <p:sp>
        <p:nvSpPr>
          <p:cNvPr id="3" name="Vertical Text Placeholder 2"/>
          <p:cNvSpPr>
            <a:spLocks noGrp="1"/>
          </p:cNvSpPr>
          <p:nvPr>
            <p:ph type="body" orient="vert" idx="1"/>
          </p:nvPr>
        </p:nvSpPr>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05120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pt-PT"/>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26490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pt-PT"/>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AB2E76D-59F5-4847-9801-37181729402E}" type="datetimeFigureOut">
              <a:rPr lang="pt-PT" smtClean="0"/>
              <a:pPr/>
              <a:t>21/10/2018</a:t>
            </a:fld>
            <a:endParaRPr lang="pt-PT"/>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PT"/>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BD2376D-DD23-1341-9887-282CF172C372}" type="slidenum">
              <a:rPr lang="pt-PT" smtClean="0"/>
              <a:pPr/>
              <a:t>‹nº›</a:t>
            </a:fld>
            <a:endParaRPr lang="pt-P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pt-P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pt-PT"/>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017833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pt-P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pt-PT"/>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FAB2E76D-59F5-4847-9801-37181729402E}" type="datetimeFigureOut">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21/10/2018</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EBD2376D-DD23-1341-9887-282CF172C372}" type="slidenum">
              <a:rPr kumimoji="0" lang="pt-PT"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‹nº›</a:t>
            </a:fld>
            <a:endParaRPr kumimoji="0" lang="pt-PT"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593860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pt-P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057400" y="2417117"/>
            <a:ext cx="5029200" cy="1015663"/>
          </a:xfrm>
          <a:prstGeom prst="rect">
            <a:avLst/>
          </a:prstGeom>
          <a:noFill/>
        </p:spPr>
        <p:txBody>
          <a:bodyPr wrap="square" rtlCol="0">
            <a:spAutoFit/>
          </a:bodyPr>
          <a:lstStyle/>
          <a:p>
            <a:pPr algn="ctr"/>
            <a:r>
              <a:rPr lang="pt-PT" sz="3000" b="1" dirty="0">
                <a:solidFill>
                  <a:schemeClr val="bg1"/>
                </a:solidFill>
              </a:rPr>
              <a:t>Segurança Informática</a:t>
            </a:r>
          </a:p>
          <a:p>
            <a:pPr algn="ctr"/>
            <a:endParaRPr lang="pt-PT" sz="3000" b="1" dirty="0">
              <a:solidFill>
                <a:schemeClr val="bg1"/>
              </a:solidFill>
            </a:endParaRPr>
          </a:p>
        </p:txBody>
      </p:sp>
      <p:sp>
        <p:nvSpPr>
          <p:cNvPr id="3" name="TextBox 2"/>
          <p:cNvSpPr txBox="1"/>
          <p:nvPr/>
        </p:nvSpPr>
        <p:spPr>
          <a:xfrm>
            <a:off x="2057400" y="1962150"/>
            <a:ext cx="5029200" cy="323165"/>
          </a:xfrm>
          <a:prstGeom prst="rect">
            <a:avLst/>
          </a:prstGeom>
          <a:noFill/>
        </p:spPr>
        <p:txBody>
          <a:bodyPr wrap="square" rtlCol="0">
            <a:spAutoFit/>
          </a:bodyPr>
          <a:lstStyle/>
          <a:p>
            <a:pPr algn="ctr"/>
            <a:r>
              <a:rPr lang="pt-PT" sz="1500" dirty="0" err="1">
                <a:solidFill>
                  <a:schemeClr val="bg1"/>
                </a:solidFill>
              </a:rPr>
              <a:t>CTeSP</a:t>
            </a:r>
            <a:r>
              <a:rPr lang="pt-PT" sz="1500" dirty="0">
                <a:solidFill>
                  <a:schemeClr val="bg1"/>
                </a:solidFill>
              </a:rPr>
              <a:t> Redes e Sistemas Informáticos</a:t>
            </a:r>
          </a:p>
        </p:txBody>
      </p:sp>
      <p:sp>
        <p:nvSpPr>
          <p:cNvPr id="4" name="TextBox 3"/>
          <p:cNvSpPr txBox="1"/>
          <p:nvPr/>
        </p:nvSpPr>
        <p:spPr>
          <a:xfrm>
            <a:off x="2057400" y="3943350"/>
            <a:ext cx="5029200" cy="323165"/>
          </a:xfrm>
          <a:prstGeom prst="rect">
            <a:avLst/>
          </a:prstGeom>
          <a:noFill/>
        </p:spPr>
        <p:txBody>
          <a:bodyPr wrap="square" rtlCol="0">
            <a:spAutoFit/>
          </a:bodyPr>
          <a:lstStyle/>
          <a:p>
            <a:pPr algn="ctr"/>
            <a:r>
              <a:rPr lang="pt-PT" sz="1500" dirty="0">
                <a:solidFill>
                  <a:schemeClr val="bg1"/>
                </a:solidFill>
              </a:rPr>
              <a:t>Filipe André Martins de Freitas</a:t>
            </a:r>
          </a:p>
        </p:txBody>
      </p:sp>
    </p:spTree>
    <p:extLst>
      <p:ext uri="{BB962C8B-B14F-4D97-AF65-F5344CB8AC3E}">
        <p14:creationId xmlns:p14="http://schemas.microsoft.com/office/powerpoint/2010/main" val="181515704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ítulo 1">
            <a:extLst>
              <a:ext uri="{FF2B5EF4-FFF2-40B4-BE49-F238E27FC236}">
                <a16:creationId xmlns:a16="http://schemas.microsoft.com/office/drawing/2014/main" id="{82325AF1-4CB7-4271-B35F-7512CB523E97}"/>
              </a:ext>
            </a:extLst>
          </p:cNvPr>
          <p:cNvSpPr>
            <a:spLocks noGrp="1"/>
          </p:cNvSpPr>
          <p:nvPr>
            <p:ph type="title"/>
          </p:nvPr>
        </p:nvSpPr>
        <p:spPr>
          <a:xfrm>
            <a:off x="457200" y="91862"/>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3187" name="Marcador de Posição de Conteúdo 2">
            <a:extLst>
              <a:ext uri="{FF2B5EF4-FFF2-40B4-BE49-F238E27FC236}">
                <a16:creationId xmlns:a16="http://schemas.microsoft.com/office/drawing/2014/main" id="{ABEEA1FF-D7CB-432C-A8AE-87385DABB134}"/>
              </a:ext>
            </a:extLst>
          </p:cNvPr>
          <p:cNvSpPr>
            <a:spLocks noGrp="1"/>
          </p:cNvSpPr>
          <p:nvPr>
            <p:ph idx="1"/>
          </p:nvPr>
        </p:nvSpPr>
        <p:spPr/>
        <p:txBody>
          <a:bodyPr>
            <a:normAutofit fontScale="92500" lnSpcReduction="10000"/>
          </a:bodyPr>
          <a:lstStyle/>
          <a:p>
            <a:r>
              <a:rPr altLang="pt-PT" sz="2100" dirty="0" err="1"/>
              <a:t>Proteger</a:t>
            </a:r>
            <a:r>
              <a:rPr altLang="pt-PT" sz="2100" dirty="0"/>
              <a:t> </a:t>
            </a:r>
            <a:r>
              <a:rPr altLang="pt-PT" sz="2100" dirty="0" err="1"/>
              <a:t>os</a:t>
            </a:r>
            <a:r>
              <a:rPr altLang="pt-PT" sz="2100" dirty="0"/>
              <a:t> routers no </a:t>
            </a:r>
            <a:r>
              <a:rPr altLang="pt-PT" sz="2100" dirty="0" err="1"/>
              <a:t>perímetro</a:t>
            </a:r>
            <a:r>
              <a:rPr altLang="pt-PT" sz="2100" dirty="0"/>
              <a:t> da </a:t>
            </a:r>
            <a:r>
              <a:rPr altLang="pt-PT" sz="2100" dirty="0" err="1"/>
              <a:t>rede</a:t>
            </a:r>
            <a:r>
              <a:rPr altLang="pt-PT" sz="2100" dirty="0"/>
              <a:t> é </a:t>
            </a:r>
            <a:r>
              <a:rPr altLang="pt-PT" sz="2100" dirty="0" err="1"/>
              <a:t>uma</a:t>
            </a:r>
            <a:r>
              <a:rPr altLang="pt-PT" sz="2100" dirty="0"/>
              <a:t> </a:t>
            </a:r>
            <a:r>
              <a:rPr altLang="pt-PT" sz="2100" dirty="0" err="1"/>
              <a:t>etapa</a:t>
            </a:r>
            <a:r>
              <a:rPr altLang="pt-PT" sz="2100" dirty="0"/>
              <a:t> </a:t>
            </a:r>
            <a:r>
              <a:rPr altLang="pt-PT" sz="2100" dirty="0" err="1"/>
              <a:t>inicial</a:t>
            </a:r>
            <a:r>
              <a:rPr altLang="pt-PT" sz="2100" dirty="0"/>
              <a:t> </a:t>
            </a:r>
            <a:r>
              <a:rPr altLang="pt-PT" sz="2100" dirty="0" err="1"/>
              <a:t>importante</a:t>
            </a:r>
            <a:r>
              <a:rPr altLang="pt-PT" sz="2100" dirty="0"/>
              <a:t> </a:t>
            </a:r>
            <a:r>
              <a:rPr altLang="pt-PT" sz="2100" dirty="0" err="1"/>
              <a:t>na</a:t>
            </a:r>
            <a:r>
              <a:rPr altLang="pt-PT" sz="2100" dirty="0"/>
              <a:t> </a:t>
            </a:r>
            <a:r>
              <a:rPr altLang="pt-PT" sz="2100" dirty="0" err="1"/>
              <a:t>protecção</a:t>
            </a:r>
            <a:r>
              <a:rPr altLang="pt-PT" sz="2100" dirty="0"/>
              <a:t> da </a:t>
            </a:r>
            <a:r>
              <a:rPr altLang="pt-PT" sz="2100" dirty="0" err="1"/>
              <a:t>rede</a:t>
            </a:r>
            <a:r>
              <a:rPr altLang="pt-PT" sz="2100" dirty="0"/>
              <a:t>.</a:t>
            </a:r>
          </a:p>
          <a:p>
            <a:r>
              <a:rPr altLang="pt-PT" sz="2100" dirty="0" err="1"/>
              <a:t>Pense</a:t>
            </a:r>
            <a:r>
              <a:rPr altLang="pt-PT" sz="2100" dirty="0"/>
              <a:t> </a:t>
            </a:r>
            <a:r>
              <a:rPr altLang="pt-PT" sz="2100" dirty="0" err="1"/>
              <a:t>na</a:t>
            </a:r>
            <a:r>
              <a:rPr altLang="pt-PT" sz="2100" dirty="0"/>
              <a:t> </a:t>
            </a:r>
            <a:r>
              <a:rPr altLang="pt-PT" sz="2100" dirty="0" err="1"/>
              <a:t>segurança</a:t>
            </a:r>
            <a:r>
              <a:rPr altLang="pt-PT" sz="2100" dirty="0"/>
              <a:t> do router </a:t>
            </a:r>
            <a:r>
              <a:rPr altLang="pt-PT" sz="2100" dirty="0" err="1"/>
              <a:t>segundo</a:t>
            </a:r>
            <a:r>
              <a:rPr altLang="pt-PT" sz="2100" dirty="0"/>
              <a:t> </a:t>
            </a:r>
            <a:r>
              <a:rPr altLang="pt-PT" sz="2100" dirty="0" err="1"/>
              <a:t>estas</a:t>
            </a:r>
            <a:r>
              <a:rPr altLang="pt-PT" sz="2100" dirty="0"/>
              <a:t> </a:t>
            </a:r>
            <a:r>
              <a:rPr altLang="pt-PT" sz="2100" dirty="0" err="1"/>
              <a:t>categorias</a:t>
            </a:r>
            <a:r>
              <a:rPr altLang="pt-PT" sz="2100" dirty="0"/>
              <a:t>: </a:t>
            </a:r>
          </a:p>
          <a:p>
            <a:r>
              <a:rPr altLang="pt-PT" sz="2100" dirty="0" err="1"/>
              <a:t>Segurança</a:t>
            </a:r>
            <a:r>
              <a:rPr altLang="pt-PT" sz="2100" dirty="0"/>
              <a:t> </a:t>
            </a:r>
            <a:r>
              <a:rPr altLang="pt-PT" sz="2100" dirty="0" err="1"/>
              <a:t>física</a:t>
            </a:r>
            <a:endParaRPr altLang="pt-PT" sz="2100" dirty="0"/>
          </a:p>
          <a:p>
            <a:pPr lvl="1"/>
            <a:r>
              <a:rPr altLang="pt-PT" dirty="0" err="1"/>
              <a:t>Actualizar</a:t>
            </a:r>
            <a:r>
              <a:rPr altLang="pt-PT" dirty="0"/>
              <a:t> o IOS do router </a:t>
            </a:r>
            <a:r>
              <a:rPr altLang="pt-PT" dirty="0" err="1"/>
              <a:t>sempre</a:t>
            </a:r>
            <a:r>
              <a:rPr altLang="pt-PT" dirty="0"/>
              <a:t> que </a:t>
            </a:r>
            <a:r>
              <a:rPr altLang="pt-PT" dirty="0" err="1"/>
              <a:t>isso</a:t>
            </a:r>
            <a:r>
              <a:rPr altLang="pt-PT" dirty="0"/>
              <a:t> for </a:t>
            </a:r>
            <a:r>
              <a:rPr altLang="pt-PT" dirty="0" err="1"/>
              <a:t>aconselhável</a:t>
            </a:r>
            <a:endParaRPr altLang="pt-PT" dirty="0"/>
          </a:p>
          <a:p>
            <a:pPr lvl="1"/>
            <a:r>
              <a:rPr altLang="pt-PT" dirty="0"/>
              <a:t>Fazer o backup da </a:t>
            </a:r>
            <a:r>
              <a:rPr altLang="pt-PT" dirty="0" err="1"/>
              <a:t>configuração</a:t>
            </a:r>
            <a:r>
              <a:rPr altLang="pt-PT" dirty="0"/>
              <a:t> e do IOS do router</a:t>
            </a:r>
          </a:p>
          <a:p>
            <a:pPr lvl="1"/>
            <a:r>
              <a:rPr altLang="pt-PT" dirty="0" err="1"/>
              <a:t>Reforçar</a:t>
            </a:r>
            <a:r>
              <a:rPr altLang="pt-PT" dirty="0"/>
              <a:t> o router para </a:t>
            </a:r>
            <a:r>
              <a:rPr altLang="pt-PT" dirty="0" err="1"/>
              <a:t>eliminar</a:t>
            </a:r>
            <a:r>
              <a:rPr altLang="pt-PT" dirty="0"/>
              <a:t> o </a:t>
            </a:r>
            <a:r>
              <a:rPr altLang="pt-PT" dirty="0" err="1"/>
              <a:t>abuso</a:t>
            </a:r>
            <a:r>
              <a:rPr altLang="pt-PT" dirty="0"/>
              <a:t> </a:t>
            </a:r>
            <a:r>
              <a:rPr altLang="pt-PT" dirty="0" err="1"/>
              <a:t>potencial</a:t>
            </a:r>
            <a:r>
              <a:rPr altLang="pt-PT" dirty="0"/>
              <a:t> de </a:t>
            </a:r>
            <a:r>
              <a:rPr altLang="pt-PT" dirty="0" err="1"/>
              <a:t>portas</a:t>
            </a:r>
            <a:r>
              <a:rPr altLang="pt-PT" dirty="0"/>
              <a:t> e </a:t>
            </a:r>
            <a:r>
              <a:rPr altLang="pt-PT" dirty="0" err="1"/>
              <a:t>serviços</a:t>
            </a:r>
            <a:r>
              <a:rPr altLang="pt-PT" dirty="0"/>
              <a:t> </a:t>
            </a:r>
            <a:r>
              <a:rPr altLang="pt-PT" dirty="0" err="1"/>
              <a:t>não</a:t>
            </a:r>
            <a:r>
              <a:rPr altLang="pt-PT" dirty="0"/>
              <a:t> </a:t>
            </a:r>
            <a:r>
              <a:rPr altLang="pt-PT" dirty="0" err="1"/>
              <a:t>utilizados</a:t>
            </a:r>
            <a:r>
              <a:rPr altLang="pt-PT" dirty="0"/>
              <a:t> </a:t>
            </a:r>
          </a:p>
        </p:txBody>
      </p:sp>
      <p:sp>
        <p:nvSpPr>
          <p:cNvPr id="93188" name="Marcador de Posição da Data 3">
            <a:extLst>
              <a:ext uri="{FF2B5EF4-FFF2-40B4-BE49-F238E27FC236}">
                <a16:creationId xmlns:a16="http://schemas.microsoft.com/office/drawing/2014/main" id="{0621FD9E-C0AB-42BB-A787-6BE90E9AEC2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3189" name="Marcador de Posição do Número do Diapositivo 4">
            <a:extLst>
              <a:ext uri="{FF2B5EF4-FFF2-40B4-BE49-F238E27FC236}">
                <a16:creationId xmlns:a16="http://schemas.microsoft.com/office/drawing/2014/main" id="{76DB6EA8-600D-4FDC-899C-66ECC7C2A035}"/>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CE5F11-A2C8-469D-8A63-8719D462DBB3}" type="slidenum">
              <a:rPr lang="en-US" altLang="pt-PT">
                <a:latin typeface="Lucida Calligraphy" panose="03010101010101010101" pitchFamily="66" charset="0"/>
              </a:rPr>
              <a:pPr eaLnBrk="1" hangingPunct="1"/>
              <a:t>2</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587221691"/>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ítulo 1">
            <a:extLst>
              <a:ext uri="{FF2B5EF4-FFF2-40B4-BE49-F238E27FC236}">
                <a16:creationId xmlns:a16="http://schemas.microsoft.com/office/drawing/2014/main" id="{799FF1B8-3BFC-4432-9AA2-2751FD1D7684}"/>
              </a:ext>
            </a:extLst>
          </p:cNvPr>
          <p:cNvSpPr>
            <a:spLocks noGrp="1"/>
          </p:cNvSpPr>
          <p:nvPr>
            <p:ph type="title"/>
          </p:nvPr>
        </p:nvSpPr>
        <p:spPr>
          <a:xfrm>
            <a:off x="457200" y="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4211" name="Marcador de Posição da Data 3">
            <a:extLst>
              <a:ext uri="{FF2B5EF4-FFF2-40B4-BE49-F238E27FC236}">
                <a16:creationId xmlns:a16="http://schemas.microsoft.com/office/drawing/2014/main" id="{78DC751B-0D5E-44B1-B3B2-4E091B367841}"/>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4212" name="Marcador de Posição do Número do Diapositivo 4">
            <a:extLst>
              <a:ext uri="{FF2B5EF4-FFF2-40B4-BE49-F238E27FC236}">
                <a16:creationId xmlns:a16="http://schemas.microsoft.com/office/drawing/2014/main" id="{EC6CF480-CEAA-482C-B698-DDAD0756BF3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4FA1BF-109E-4249-920A-62A19DE2B828}" type="slidenum">
              <a:rPr lang="en-US" altLang="pt-PT">
                <a:latin typeface="Lucida Calligraphy" panose="03010101010101010101" pitchFamily="66" charset="0"/>
              </a:rPr>
              <a:pPr eaLnBrk="1" hangingPunct="1"/>
              <a:t>3</a:t>
            </a:fld>
            <a:endParaRPr lang="en-US" altLang="pt-PT">
              <a:latin typeface="Lucida Calligraphy" panose="03010101010101010101" pitchFamily="66" charset="0"/>
            </a:endParaRPr>
          </a:p>
        </p:txBody>
      </p:sp>
      <p:pic>
        <p:nvPicPr>
          <p:cNvPr id="94213" name="Picture 2">
            <a:extLst>
              <a:ext uri="{FF2B5EF4-FFF2-40B4-BE49-F238E27FC236}">
                <a16:creationId xmlns:a16="http://schemas.microsoft.com/office/drawing/2014/main" id="{BDDB2872-41C0-4208-B034-AEC7A3E712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36044" y="2243138"/>
            <a:ext cx="4867275" cy="1285875"/>
          </a:xfrm>
          <a:noFill/>
        </p:spPr>
      </p:pic>
    </p:spTree>
    <p:extLst>
      <p:ext uri="{BB962C8B-B14F-4D97-AF65-F5344CB8AC3E}">
        <p14:creationId xmlns:p14="http://schemas.microsoft.com/office/powerpoint/2010/main" val="42894422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ítulo 1">
            <a:extLst>
              <a:ext uri="{FF2B5EF4-FFF2-40B4-BE49-F238E27FC236}">
                <a16:creationId xmlns:a16="http://schemas.microsoft.com/office/drawing/2014/main" id="{3CB5FE84-D432-4FCD-BFF8-57168F57344F}"/>
              </a:ext>
            </a:extLst>
          </p:cNvPr>
          <p:cNvSpPr>
            <a:spLocks noGrp="1"/>
          </p:cNvSpPr>
          <p:nvPr>
            <p:ph type="title"/>
          </p:nvPr>
        </p:nvSpPr>
        <p:spPr>
          <a:xfrm>
            <a:off x="323528" y="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5235" name="Marcador de Posição de Conteúdo 2">
            <a:extLst>
              <a:ext uri="{FF2B5EF4-FFF2-40B4-BE49-F238E27FC236}">
                <a16:creationId xmlns:a16="http://schemas.microsoft.com/office/drawing/2014/main" id="{F2F9E802-87F0-498D-BB6F-21E2C4C304AF}"/>
              </a:ext>
            </a:extLst>
          </p:cNvPr>
          <p:cNvSpPr>
            <a:spLocks noGrp="1"/>
          </p:cNvSpPr>
          <p:nvPr>
            <p:ph idx="1"/>
          </p:nvPr>
        </p:nvSpPr>
        <p:spPr/>
        <p:txBody>
          <a:bodyPr/>
          <a:lstStyle/>
          <a:p>
            <a:r>
              <a:rPr altLang="pt-PT" sz="1500"/>
              <a:t>Por padrão, o software IOS dos routers deixa senhas em texto sem formatação quando elas são digitadas em um router. Isso não é seguro porque qualquer pessoa que esteja passando atrás de você enquanto estiver observando a configuração de um router pode olhar por cima do seu ombro e ver a senha. </a:t>
            </a:r>
          </a:p>
          <a:p>
            <a:r>
              <a:rPr altLang="pt-PT" sz="1500"/>
              <a:t>Por essa razão, todas as senhas devem ser criptografadas em um arquivo de configuração. O IOS Cisco fornece dois esquemas para protecção de senha:</a:t>
            </a:r>
          </a:p>
          <a:p>
            <a:endParaRPr altLang="pt-PT" sz="1500"/>
          </a:p>
          <a:p>
            <a:pPr lvl="1"/>
            <a:r>
              <a:rPr altLang="pt-PT" sz="1200"/>
              <a:t>Criptografia simples chamada esquema tipo 7. Ela utiliza o algoritmo de criptografia definido pela Cisco e ocultará a senha utilizando um algoritmo de criptografia simples. </a:t>
            </a:r>
          </a:p>
          <a:p>
            <a:pPr lvl="1"/>
            <a:r>
              <a:rPr altLang="pt-PT" sz="1200"/>
              <a:t>Criptografia complexa chamada esquema tipo 5. Ela utiliza um hash MD5 mais seguro. </a:t>
            </a:r>
          </a:p>
        </p:txBody>
      </p:sp>
      <p:sp>
        <p:nvSpPr>
          <p:cNvPr id="95236" name="Marcador de Posição da Data 3">
            <a:extLst>
              <a:ext uri="{FF2B5EF4-FFF2-40B4-BE49-F238E27FC236}">
                <a16:creationId xmlns:a16="http://schemas.microsoft.com/office/drawing/2014/main" id="{C5B46D94-E405-4BBC-8E2A-9A3CD372121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5237" name="Marcador de Posição do Número do Diapositivo 4">
            <a:extLst>
              <a:ext uri="{FF2B5EF4-FFF2-40B4-BE49-F238E27FC236}">
                <a16:creationId xmlns:a16="http://schemas.microsoft.com/office/drawing/2014/main" id="{1159A431-A9FE-445A-8BCF-AED28E1075F0}"/>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0491B5-BB2B-4B7F-9400-E8C1B9367EAB}" type="slidenum">
              <a:rPr lang="en-US" altLang="pt-PT">
                <a:latin typeface="Lucida Calligraphy" panose="03010101010101010101" pitchFamily="66" charset="0"/>
              </a:rPr>
              <a:pPr eaLnBrk="1" hangingPunct="1"/>
              <a:t>4</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145747737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ítulo 1">
            <a:extLst>
              <a:ext uri="{FF2B5EF4-FFF2-40B4-BE49-F238E27FC236}">
                <a16:creationId xmlns:a16="http://schemas.microsoft.com/office/drawing/2014/main" id="{F3A2F266-3107-4E39-8BE8-BB217AEAC574}"/>
              </a:ext>
            </a:extLst>
          </p:cNvPr>
          <p:cNvSpPr>
            <a:spLocks noGrp="1"/>
          </p:cNvSpPr>
          <p:nvPr>
            <p:ph type="title"/>
          </p:nvPr>
        </p:nvSpPr>
        <p:spPr>
          <a:xfrm>
            <a:off x="457200" y="-13692"/>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6259" name="Marcador de Posição da Data 3">
            <a:extLst>
              <a:ext uri="{FF2B5EF4-FFF2-40B4-BE49-F238E27FC236}">
                <a16:creationId xmlns:a16="http://schemas.microsoft.com/office/drawing/2014/main" id="{0FEE2111-C669-4D9F-9E94-B5DAE5EDABD4}"/>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6260" name="Marcador de Posição do Número do Diapositivo 4">
            <a:extLst>
              <a:ext uri="{FF2B5EF4-FFF2-40B4-BE49-F238E27FC236}">
                <a16:creationId xmlns:a16="http://schemas.microsoft.com/office/drawing/2014/main" id="{BA684CAE-AD7F-43EF-A18E-C6D733667058}"/>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8D350F-DE7C-4681-BDDA-48D911AAAC57}" type="slidenum">
              <a:rPr lang="en-US" altLang="pt-PT">
                <a:latin typeface="Lucida Calligraphy" panose="03010101010101010101" pitchFamily="66" charset="0"/>
              </a:rPr>
              <a:pPr eaLnBrk="1" hangingPunct="1"/>
              <a:t>5</a:t>
            </a:fld>
            <a:endParaRPr lang="en-US" altLang="pt-PT">
              <a:latin typeface="Lucida Calligraphy" panose="03010101010101010101" pitchFamily="66" charset="0"/>
            </a:endParaRPr>
          </a:p>
        </p:txBody>
      </p:sp>
      <p:pic>
        <p:nvPicPr>
          <p:cNvPr id="96261" name="Picture 2">
            <a:extLst>
              <a:ext uri="{FF2B5EF4-FFF2-40B4-BE49-F238E27FC236}">
                <a16:creationId xmlns:a16="http://schemas.microsoft.com/office/drawing/2014/main" id="{61AE66EA-BF12-491E-8A9B-E138E70B69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44342" y="1085850"/>
            <a:ext cx="5450681" cy="3600450"/>
          </a:xfrm>
          <a:noFill/>
        </p:spPr>
      </p:pic>
    </p:spTree>
    <p:extLst>
      <p:ext uri="{BB962C8B-B14F-4D97-AF65-F5344CB8AC3E}">
        <p14:creationId xmlns:p14="http://schemas.microsoft.com/office/powerpoint/2010/main" val="276821993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ítulo 1">
            <a:extLst>
              <a:ext uri="{FF2B5EF4-FFF2-40B4-BE49-F238E27FC236}">
                <a16:creationId xmlns:a16="http://schemas.microsoft.com/office/drawing/2014/main" id="{FDCBED78-89D9-4568-89C6-5F427CB37100}"/>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7283" name="Marcador de Posição da Data 3">
            <a:extLst>
              <a:ext uri="{FF2B5EF4-FFF2-40B4-BE49-F238E27FC236}">
                <a16:creationId xmlns:a16="http://schemas.microsoft.com/office/drawing/2014/main" id="{7240BED5-80BE-46DB-A460-613F140F978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7284" name="Marcador de Posição do Número do Diapositivo 4">
            <a:extLst>
              <a:ext uri="{FF2B5EF4-FFF2-40B4-BE49-F238E27FC236}">
                <a16:creationId xmlns:a16="http://schemas.microsoft.com/office/drawing/2014/main" id="{DAE09C17-E620-4CC2-8E82-992535230DC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DAA0C2-B68D-44D0-9F35-42CB0129F6BA}" type="slidenum">
              <a:rPr lang="en-US" altLang="pt-PT">
                <a:latin typeface="Lucida Calligraphy" panose="03010101010101010101" pitchFamily="66" charset="0"/>
              </a:rPr>
              <a:pPr eaLnBrk="1" hangingPunct="1"/>
              <a:t>6</a:t>
            </a:fld>
            <a:endParaRPr lang="en-US" altLang="pt-PT">
              <a:latin typeface="Lucida Calligraphy" panose="03010101010101010101" pitchFamily="66" charset="0"/>
            </a:endParaRPr>
          </a:p>
        </p:txBody>
      </p:sp>
      <p:pic>
        <p:nvPicPr>
          <p:cNvPr id="97285" name="Picture 2">
            <a:extLst>
              <a:ext uri="{FF2B5EF4-FFF2-40B4-BE49-F238E27FC236}">
                <a16:creationId xmlns:a16="http://schemas.microsoft.com/office/drawing/2014/main" id="{FE5977DC-6502-4A01-88FA-163DB9BB0A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90763" y="1220392"/>
            <a:ext cx="5451872" cy="3278981"/>
          </a:xfrm>
          <a:noFill/>
        </p:spPr>
      </p:pic>
    </p:spTree>
    <p:extLst>
      <p:ext uri="{BB962C8B-B14F-4D97-AF65-F5344CB8AC3E}">
        <p14:creationId xmlns:p14="http://schemas.microsoft.com/office/powerpoint/2010/main" val="313139199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ítulo 1">
            <a:extLst>
              <a:ext uri="{FF2B5EF4-FFF2-40B4-BE49-F238E27FC236}">
                <a16:creationId xmlns:a16="http://schemas.microsoft.com/office/drawing/2014/main" id="{DDEBC383-752C-4FBF-A950-9757FEC12CF6}"/>
              </a:ext>
            </a:extLst>
          </p:cNvPr>
          <p:cNvSpPr>
            <a:spLocks noGrp="1"/>
          </p:cNvSpPr>
          <p:nvPr>
            <p:ph type="title"/>
          </p:nvPr>
        </p:nvSpPr>
        <p:spPr>
          <a:xfrm>
            <a:off x="457200" y="58316"/>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8307" name="Marcador de Posição da Data 3">
            <a:extLst>
              <a:ext uri="{FF2B5EF4-FFF2-40B4-BE49-F238E27FC236}">
                <a16:creationId xmlns:a16="http://schemas.microsoft.com/office/drawing/2014/main" id="{BF5B28CD-965C-4FDE-897D-114D6D1DA0B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8308" name="Marcador de Posição do Número do Diapositivo 4">
            <a:extLst>
              <a:ext uri="{FF2B5EF4-FFF2-40B4-BE49-F238E27FC236}">
                <a16:creationId xmlns:a16="http://schemas.microsoft.com/office/drawing/2014/main" id="{18A7943C-65B8-4F0B-821C-A3B6759DB9AF}"/>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203A14-15C8-42FA-BFFB-7C969816D0A9}" type="slidenum">
              <a:rPr lang="en-US" altLang="pt-PT">
                <a:latin typeface="Lucida Calligraphy" panose="03010101010101010101" pitchFamily="66" charset="0"/>
              </a:rPr>
              <a:pPr eaLnBrk="1" hangingPunct="1"/>
              <a:t>7</a:t>
            </a:fld>
            <a:endParaRPr lang="en-US" altLang="pt-PT">
              <a:latin typeface="Lucida Calligraphy" panose="03010101010101010101" pitchFamily="66" charset="0"/>
            </a:endParaRPr>
          </a:p>
        </p:txBody>
      </p:sp>
      <p:pic>
        <p:nvPicPr>
          <p:cNvPr id="98309" name="Picture 2">
            <a:extLst>
              <a:ext uri="{FF2B5EF4-FFF2-40B4-BE49-F238E27FC236}">
                <a16:creationId xmlns:a16="http://schemas.microsoft.com/office/drawing/2014/main" id="{7E5856CF-2447-401E-B1F7-0BC40557F0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71751" y="1220392"/>
            <a:ext cx="4889897" cy="3278981"/>
          </a:xfrm>
          <a:noFill/>
        </p:spPr>
      </p:pic>
    </p:spTree>
    <p:extLst>
      <p:ext uri="{BB962C8B-B14F-4D97-AF65-F5344CB8AC3E}">
        <p14:creationId xmlns:p14="http://schemas.microsoft.com/office/powerpoint/2010/main" val="200263128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ítulo 1">
            <a:extLst>
              <a:ext uri="{FF2B5EF4-FFF2-40B4-BE49-F238E27FC236}">
                <a16:creationId xmlns:a16="http://schemas.microsoft.com/office/drawing/2014/main" id="{276BE35B-82B1-40E1-9258-79F03F371EEF}"/>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99331" name="Marcador de Posição de Conteúdo 2">
            <a:extLst>
              <a:ext uri="{FF2B5EF4-FFF2-40B4-BE49-F238E27FC236}">
                <a16:creationId xmlns:a16="http://schemas.microsoft.com/office/drawing/2014/main" id="{9E49BB91-BC84-4B74-B40D-0D661D532DCE}"/>
              </a:ext>
            </a:extLst>
          </p:cNvPr>
          <p:cNvSpPr>
            <a:spLocks noGrp="1"/>
          </p:cNvSpPr>
          <p:nvPr>
            <p:ph idx="1"/>
          </p:nvPr>
        </p:nvSpPr>
        <p:spPr/>
        <p:txBody>
          <a:bodyPr/>
          <a:lstStyle/>
          <a:p>
            <a:r>
              <a:rPr altLang="pt-PT"/>
              <a:t>Protegendo o acesso administrativo a routers</a:t>
            </a:r>
          </a:p>
          <a:p>
            <a:r>
              <a:rPr altLang="pt-PT" sz="1500"/>
              <a:t>Os administradores de rede podem se conectar local ou remotamente a um router ou switch. Por ser seguro, o acesso local pela porta console é o modo preferencial para um administrador se conectar a um dispositivo. </a:t>
            </a:r>
          </a:p>
          <a:p>
            <a:r>
              <a:rPr altLang="pt-PT" sz="1500"/>
              <a:t>Na medida em que as empresas ficam maiores e o número de routers e switches na rede cresce, a carga de trabalho do administrador para se conectar localmente a todos os dispositivos pode se tornar excessiva. </a:t>
            </a:r>
          </a:p>
          <a:p>
            <a:r>
              <a:rPr altLang="pt-PT" sz="1500"/>
              <a:t>O acesso administrativo remoto é mais prático do que o acesso local para administradores que tenham muitos dispositivos para gerir.  </a:t>
            </a:r>
          </a:p>
          <a:p>
            <a:r>
              <a:rPr altLang="pt-PT" sz="1500"/>
              <a:t>No entanto, se ele não for implementado com segurança, um atacante poderá recolher informações confidenciais importantes.</a:t>
            </a:r>
          </a:p>
        </p:txBody>
      </p:sp>
      <p:sp>
        <p:nvSpPr>
          <p:cNvPr id="99332" name="Marcador de Posição da Data 3">
            <a:extLst>
              <a:ext uri="{FF2B5EF4-FFF2-40B4-BE49-F238E27FC236}">
                <a16:creationId xmlns:a16="http://schemas.microsoft.com/office/drawing/2014/main" id="{B4EC0B35-E807-402D-B08A-2541B95A1623}"/>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99333" name="Marcador de Posição do Número do Diapositivo 4">
            <a:extLst>
              <a:ext uri="{FF2B5EF4-FFF2-40B4-BE49-F238E27FC236}">
                <a16:creationId xmlns:a16="http://schemas.microsoft.com/office/drawing/2014/main" id="{B60EAB9D-A554-40D9-B89E-6F8FB687E75F}"/>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CD22FD-CCAA-458C-9BCC-E5EC674DE14C}" type="slidenum">
              <a:rPr lang="en-US" altLang="pt-PT">
                <a:latin typeface="Lucida Calligraphy" panose="03010101010101010101" pitchFamily="66" charset="0"/>
              </a:rPr>
              <a:pPr eaLnBrk="1" hangingPunct="1"/>
              <a:t>8</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24662748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ítulo 1">
            <a:extLst>
              <a:ext uri="{FF2B5EF4-FFF2-40B4-BE49-F238E27FC236}">
                <a16:creationId xmlns:a16="http://schemas.microsoft.com/office/drawing/2014/main" id="{DAABB3D2-F2F9-44E1-A5D5-4B0430B6B037}"/>
              </a:ext>
            </a:extLst>
          </p:cNvPr>
          <p:cNvSpPr>
            <a:spLocks noGrp="1"/>
          </p:cNvSpPr>
          <p:nvPr>
            <p:ph type="title"/>
          </p:nvPr>
        </p:nvSpPr>
        <p:spPr>
          <a:xfrm>
            <a:off x="395536"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0355" name="Marcador de Posição de Conteúdo 2">
            <a:extLst>
              <a:ext uri="{FF2B5EF4-FFF2-40B4-BE49-F238E27FC236}">
                <a16:creationId xmlns:a16="http://schemas.microsoft.com/office/drawing/2014/main" id="{B136BB96-1164-40CB-9651-D6E3E9BB2C85}"/>
              </a:ext>
            </a:extLst>
          </p:cNvPr>
          <p:cNvSpPr>
            <a:spLocks noGrp="1"/>
          </p:cNvSpPr>
          <p:nvPr>
            <p:ph idx="1"/>
          </p:nvPr>
        </p:nvSpPr>
        <p:spPr/>
        <p:txBody>
          <a:bodyPr>
            <a:normAutofit fontScale="70000" lnSpcReduction="20000"/>
          </a:bodyPr>
          <a:lstStyle/>
          <a:p>
            <a:r>
              <a:rPr altLang="pt-PT"/>
              <a:t>Tradicionalmente, o acesso administrativo remoto em routers era configurado utilizando-se Telnet na porta TCP 23. No entanto, o Telnet foi desenvolvido quando a segurança não era um problema. Por essa razão, todo o tráfego Telnet é encaminhado em texto claro. </a:t>
            </a:r>
          </a:p>
          <a:p>
            <a:r>
              <a:rPr altLang="pt-PT"/>
              <a:t>O SSH substituiu o Telnet como a prática recomendada para fornecer à administração do router com conexões que dão suporte à privacidade forte e à integridade da sessão. O SSH utiliza a porta TCP 22. Ele fornece funcionalidade semelhante à de uma conexão Telnet de saída, excepto pela conexão ser criptografada. Com autenticação e criptografia, o SSH permite uma comunicação segura em uma rede não segura.</a:t>
            </a:r>
            <a:endParaRPr altLang="pt-PT" sz="1500"/>
          </a:p>
        </p:txBody>
      </p:sp>
      <p:sp>
        <p:nvSpPr>
          <p:cNvPr id="100356" name="Marcador de Posição da Data 3">
            <a:extLst>
              <a:ext uri="{FF2B5EF4-FFF2-40B4-BE49-F238E27FC236}">
                <a16:creationId xmlns:a16="http://schemas.microsoft.com/office/drawing/2014/main" id="{2749C86C-4250-4C64-8BDD-0D20AAE59467}"/>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0357" name="Marcador de Posição do Número do Diapositivo 4">
            <a:extLst>
              <a:ext uri="{FF2B5EF4-FFF2-40B4-BE49-F238E27FC236}">
                <a16:creationId xmlns:a16="http://schemas.microsoft.com/office/drawing/2014/main" id="{F946C5B3-32C2-4E78-B878-4118DD7B673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BB2E2D-444F-49E9-A1E0-223943B6DF56}" type="slidenum">
              <a:rPr lang="en-US" altLang="pt-PT">
                <a:latin typeface="Lucida Calligraphy" panose="03010101010101010101" pitchFamily="66" charset="0"/>
              </a:rPr>
              <a:pPr eaLnBrk="1" hangingPunct="1"/>
              <a:t>9</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66719252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ítulo 1">
            <a:extLst>
              <a:ext uri="{FF2B5EF4-FFF2-40B4-BE49-F238E27FC236}">
                <a16:creationId xmlns:a16="http://schemas.microsoft.com/office/drawing/2014/main" id="{73C8EF7E-ADB3-4D74-9437-1D1D2FCDA7BA}"/>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1379" name="Marcador de Posição da Data 3">
            <a:extLst>
              <a:ext uri="{FF2B5EF4-FFF2-40B4-BE49-F238E27FC236}">
                <a16:creationId xmlns:a16="http://schemas.microsoft.com/office/drawing/2014/main" id="{D8A963BC-D593-4DDE-BC5A-62830057F9B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1380" name="Marcador de Posição do Número do Diapositivo 4">
            <a:extLst>
              <a:ext uri="{FF2B5EF4-FFF2-40B4-BE49-F238E27FC236}">
                <a16:creationId xmlns:a16="http://schemas.microsoft.com/office/drawing/2014/main" id="{DD393386-2B32-43CC-B535-2CBAB7A7105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8DAA76-D28C-4611-A0C6-1CA232119CFD}" type="slidenum">
              <a:rPr lang="en-US" altLang="pt-PT">
                <a:latin typeface="Lucida Calligraphy" panose="03010101010101010101" pitchFamily="66" charset="0"/>
              </a:rPr>
              <a:pPr eaLnBrk="1" hangingPunct="1"/>
              <a:t>10</a:t>
            </a:fld>
            <a:endParaRPr lang="en-US" altLang="pt-PT">
              <a:latin typeface="Lucida Calligraphy" panose="03010101010101010101" pitchFamily="66" charset="0"/>
            </a:endParaRPr>
          </a:p>
        </p:txBody>
      </p:sp>
      <p:pic>
        <p:nvPicPr>
          <p:cNvPr id="101381" name="Picture 2">
            <a:extLst>
              <a:ext uri="{FF2B5EF4-FFF2-40B4-BE49-F238E27FC236}">
                <a16:creationId xmlns:a16="http://schemas.microsoft.com/office/drawing/2014/main" id="{9EB78245-40B4-4D06-A58F-C208B40A32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62212" y="1143000"/>
            <a:ext cx="5216129" cy="3486150"/>
          </a:xfrm>
          <a:noFill/>
        </p:spPr>
      </p:pic>
    </p:spTree>
    <p:extLst>
      <p:ext uri="{BB962C8B-B14F-4D97-AF65-F5344CB8AC3E}">
        <p14:creationId xmlns:p14="http://schemas.microsoft.com/office/powerpoint/2010/main" val="429241691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ítulo 1">
            <a:extLst>
              <a:ext uri="{FF2B5EF4-FFF2-40B4-BE49-F238E27FC236}">
                <a16:creationId xmlns:a16="http://schemas.microsoft.com/office/drawing/2014/main" id="{3D38C664-B8E1-4C59-8F68-E1784CD2F056}"/>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2403" name="Marcador de Posição da Data 3">
            <a:extLst>
              <a:ext uri="{FF2B5EF4-FFF2-40B4-BE49-F238E27FC236}">
                <a16:creationId xmlns:a16="http://schemas.microsoft.com/office/drawing/2014/main" id="{2E1C6DB2-993F-42EA-82AD-6C28596E685E}"/>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2404" name="Marcador de Posição do Número do Diapositivo 4">
            <a:extLst>
              <a:ext uri="{FF2B5EF4-FFF2-40B4-BE49-F238E27FC236}">
                <a16:creationId xmlns:a16="http://schemas.microsoft.com/office/drawing/2014/main" id="{B200C92A-9DED-41C2-A262-80C3FE87DE9A}"/>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9E989B-4DC5-4FA5-A289-4856781AF6DB}" type="slidenum">
              <a:rPr lang="en-US" altLang="pt-PT">
                <a:latin typeface="Lucida Calligraphy" panose="03010101010101010101" pitchFamily="66" charset="0"/>
              </a:rPr>
              <a:pPr eaLnBrk="1" hangingPunct="1"/>
              <a:t>11</a:t>
            </a:fld>
            <a:endParaRPr lang="en-US" altLang="pt-PT">
              <a:latin typeface="Lucida Calligraphy" panose="03010101010101010101" pitchFamily="66" charset="0"/>
            </a:endParaRPr>
          </a:p>
        </p:txBody>
      </p:sp>
      <p:pic>
        <p:nvPicPr>
          <p:cNvPr id="102405" name="Picture 2">
            <a:extLst>
              <a:ext uri="{FF2B5EF4-FFF2-40B4-BE49-F238E27FC236}">
                <a16:creationId xmlns:a16="http://schemas.microsoft.com/office/drawing/2014/main" id="{0B24AF86-526A-4233-BC59-28CD4D8CDA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4975" y="1707357"/>
            <a:ext cx="6559154" cy="2431256"/>
          </a:xfrm>
          <a:noFill/>
        </p:spPr>
      </p:pic>
    </p:spTree>
    <p:extLst>
      <p:ext uri="{BB962C8B-B14F-4D97-AF65-F5344CB8AC3E}">
        <p14:creationId xmlns:p14="http://schemas.microsoft.com/office/powerpoint/2010/main" val="293966076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ítulo 1">
            <a:extLst>
              <a:ext uri="{FF2B5EF4-FFF2-40B4-BE49-F238E27FC236}">
                <a16:creationId xmlns:a16="http://schemas.microsoft.com/office/drawing/2014/main" id="{C0E10ACC-4EDF-49E8-B922-9B2D0C4B0600}"/>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3427" name="Marcador de Posição da Data 3">
            <a:extLst>
              <a:ext uri="{FF2B5EF4-FFF2-40B4-BE49-F238E27FC236}">
                <a16:creationId xmlns:a16="http://schemas.microsoft.com/office/drawing/2014/main" id="{8A424693-2C08-451D-B96A-F190FF145DBD}"/>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3428" name="Marcador de Posição do Número do Diapositivo 4">
            <a:extLst>
              <a:ext uri="{FF2B5EF4-FFF2-40B4-BE49-F238E27FC236}">
                <a16:creationId xmlns:a16="http://schemas.microsoft.com/office/drawing/2014/main" id="{0722850F-26B1-4BEE-B90E-CFE088A46C6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954D87-DD50-44B4-9C74-7C1C8322CB1E}" type="slidenum">
              <a:rPr lang="en-US" altLang="pt-PT">
                <a:latin typeface="Lucida Calligraphy" panose="03010101010101010101" pitchFamily="66" charset="0"/>
              </a:rPr>
              <a:pPr eaLnBrk="1" hangingPunct="1"/>
              <a:t>12</a:t>
            </a:fld>
            <a:endParaRPr lang="en-US" altLang="pt-PT">
              <a:latin typeface="Lucida Calligraphy" panose="03010101010101010101" pitchFamily="66" charset="0"/>
            </a:endParaRPr>
          </a:p>
        </p:txBody>
      </p:sp>
      <p:pic>
        <p:nvPicPr>
          <p:cNvPr id="103429" name="Picture 2">
            <a:extLst>
              <a:ext uri="{FF2B5EF4-FFF2-40B4-BE49-F238E27FC236}">
                <a16:creationId xmlns:a16="http://schemas.microsoft.com/office/drawing/2014/main" id="{E64FD7DA-1F98-460E-A577-A9C2D98F1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08672" y="1085850"/>
            <a:ext cx="4723209" cy="3600450"/>
          </a:xfrm>
          <a:noFill/>
        </p:spPr>
      </p:pic>
    </p:spTree>
    <p:extLst>
      <p:ext uri="{BB962C8B-B14F-4D97-AF65-F5344CB8AC3E}">
        <p14:creationId xmlns:p14="http://schemas.microsoft.com/office/powerpoint/2010/main" val="3162715927"/>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ítulo 1">
            <a:extLst>
              <a:ext uri="{FF2B5EF4-FFF2-40B4-BE49-F238E27FC236}">
                <a16:creationId xmlns:a16="http://schemas.microsoft.com/office/drawing/2014/main" id="{4B322ACD-98E1-47D5-9F0B-2551E823C142}"/>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4451" name="Marcador de Posição de Conteúdo 2">
            <a:extLst>
              <a:ext uri="{FF2B5EF4-FFF2-40B4-BE49-F238E27FC236}">
                <a16:creationId xmlns:a16="http://schemas.microsoft.com/office/drawing/2014/main" id="{45FD03FE-68AF-4188-A7FC-6BB1E7A0CCB4}"/>
              </a:ext>
            </a:extLst>
          </p:cNvPr>
          <p:cNvSpPr>
            <a:spLocks noGrp="1"/>
          </p:cNvSpPr>
          <p:nvPr>
            <p:ph idx="1"/>
          </p:nvPr>
        </p:nvSpPr>
        <p:spPr/>
        <p:txBody>
          <a:bodyPr/>
          <a:lstStyle/>
          <a:p>
            <a:r>
              <a:rPr altLang="pt-PT" sz="1350"/>
              <a:t>Serviços e interfaces vulneráveis do router</a:t>
            </a:r>
          </a:p>
          <a:p>
            <a:endParaRPr altLang="pt-PT" sz="1350"/>
          </a:p>
          <a:p>
            <a:r>
              <a:rPr altLang="pt-PT" sz="1350"/>
              <a:t>Os routers dão suporte a vários serviços de rede nas camadas 2, 3, 4 e 7, conforme a descrição na figura. Alguns desses serviços são os protocolos da camada de aplicativo que permitem aos utilizadores e aos processos do host se conectar ao router. Outros são configurações e processos automáticos que devem dar suporte a configurações herdadas ou especializadas que ofereçam riscos à segurança. Alguns desses serviços podem ser restringidos ou desabilitados para aumentar a segurança sem diminuir a utilização operacional do router. A prática de segurança geral para routers deve ser utilizada para dar suporte apenas ao tráfego e aos protocolos de que uma rede precisa. </a:t>
            </a:r>
          </a:p>
          <a:p>
            <a:r>
              <a:rPr altLang="pt-PT" sz="1350"/>
              <a:t>A maioria dos serviços não é utilizado normalmente. </a:t>
            </a:r>
          </a:p>
          <a:p>
            <a:r>
              <a:rPr altLang="pt-PT" sz="1350"/>
              <a:t>Os serviços que não são necessários deverão ser desactivados de forma a reduzir o âmbito dos ataques de rede.</a:t>
            </a:r>
          </a:p>
        </p:txBody>
      </p:sp>
      <p:sp>
        <p:nvSpPr>
          <p:cNvPr id="104452" name="Marcador de Posição da Data 3">
            <a:extLst>
              <a:ext uri="{FF2B5EF4-FFF2-40B4-BE49-F238E27FC236}">
                <a16:creationId xmlns:a16="http://schemas.microsoft.com/office/drawing/2014/main" id="{C33815EA-9AA6-400B-B6AC-4863D1D6EC1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4453" name="Marcador de Posição do Número do Diapositivo 4">
            <a:extLst>
              <a:ext uri="{FF2B5EF4-FFF2-40B4-BE49-F238E27FC236}">
                <a16:creationId xmlns:a16="http://schemas.microsoft.com/office/drawing/2014/main" id="{42401019-44DF-4C18-BF06-CC94CC283747}"/>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EF6F57-6180-45DF-A1C5-517D3DDCF9BD}" type="slidenum">
              <a:rPr lang="en-US" altLang="pt-PT">
                <a:latin typeface="Lucida Calligraphy" panose="03010101010101010101" pitchFamily="66" charset="0"/>
              </a:rPr>
              <a:pPr eaLnBrk="1" hangingPunct="1"/>
              <a:t>13</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15323683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ítulo 1">
            <a:extLst>
              <a:ext uri="{FF2B5EF4-FFF2-40B4-BE49-F238E27FC236}">
                <a16:creationId xmlns:a16="http://schemas.microsoft.com/office/drawing/2014/main" id="{15E6D9E6-390B-44CD-BCCF-7D96EDE59035}"/>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5475" name="Marcador de Posição da Data 3">
            <a:extLst>
              <a:ext uri="{FF2B5EF4-FFF2-40B4-BE49-F238E27FC236}">
                <a16:creationId xmlns:a16="http://schemas.microsoft.com/office/drawing/2014/main" id="{F830E5BA-A965-405A-ABBC-C273B58A07EC}"/>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5476" name="Marcador de Posição do Número do Diapositivo 4">
            <a:extLst>
              <a:ext uri="{FF2B5EF4-FFF2-40B4-BE49-F238E27FC236}">
                <a16:creationId xmlns:a16="http://schemas.microsoft.com/office/drawing/2014/main" id="{6D8E46B1-254F-4D42-A2CA-F3921DE285E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0741BF-16CD-4064-A951-96F1D73AD7EC}" type="slidenum">
              <a:rPr lang="en-US" altLang="pt-PT">
                <a:latin typeface="Lucida Calligraphy" panose="03010101010101010101" pitchFamily="66" charset="0"/>
              </a:rPr>
              <a:pPr eaLnBrk="1" hangingPunct="1"/>
              <a:t>14</a:t>
            </a:fld>
            <a:endParaRPr lang="en-US" altLang="pt-PT">
              <a:latin typeface="Lucida Calligraphy" panose="03010101010101010101" pitchFamily="66" charset="0"/>
            </a:endParaRPr>
          </a:p>
        </p:txBody>
      </p:sp>
      <p:pic>
        <p:nvPicPr>
          <p:cNvPr id="105477" name="Picture 2">
            <a:extLst>
              <a:ext uri="{FF2B5EF4-FFF2-40B4-BE49-F238E27FC236}">
                <a16:creationId xmlns:a16="http://schemas.microsoft.com/office/drawing/2014/main" id="{0A79630A-2DF2-43A2-9662-8AA50F85BD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43187" y="1671638"/>
            <a:ext cx="4852988" cy="2428875"/>
          </a:xfrm>
          <a:noFill/>
        </p:spPr>
      </p:pic>
    </p:spTree>
    <p:extLst>
      <p:ext uri="{BB962C8B-B14F-4D97-AF65-F5344CB8AC3E}">
        <p14:creationId xmlns:p14="http://schemas.microsoft.com/office/powerpoint/2010/main" val="241526944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ítulo 1">
            <a:extLst>
              <a:ext uri="{FF2B5EF4-FFF2-40B4-BE49-F238E27FC236}">
                <a16:creationId xmlns:a16="http://schemas.microsoft.com/office/drawing/2014/main" id="{EC08D7F1-0DC9-46F8-B2FB-69FE6D33BDBD}"/>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6499" name="Marcador de Posição de Conteúdo 2">
            <a:extLst>
              <a:ext uri="{FF2B5EF4-FFF2-40B4-BE49-F238E27FC236}">
                <a16:creationId xmlns:a16="http://schemas.microsoft.com/office/drawing/2014/main" id="{BAA5DFAF-406B-441C-854F-EA36F8499B27}"/>
              </a:ext>
            </a:extLst>
          </p:cNvPr>
          <p:cNvSpPr>
            <a:spLocks noGrp="1"/>
          </p:cNvSpPr>
          <p:nvPr>
            <p:ph idx="1"/>
          </p:nvPr>
        </p:nvSpPr>
        <p:spPr/>
        <p:txBody>
          <a:bodyPr>
            <a:normAutofit fontScale="70000" lnSpcReduction="20000"/>
          </a:bodyPr>
          <a:lstStyle/>
          <a:p>
            <a:r>
              <a:rPr altLang="pt-PT"/>
              <a:t>Qualquer pessoa com um sniffer de pacotes, como o Wireshark, pode ler as informações que se propagam entre os routers. </a:t>
            </a:r>
          </a:p>
          <a:p>
            <a:r>
              <a:rPr altLang="pt-PT"/>
              <a:t>Em geral, os sistemas de routing podem ser atacados de duas formas:</a:t>
            </a:r>
          </a:p>
          <a:p>
            <a:pPr lvl="1"/>
            <a:r>
              <a:rPr altLang="pt-PT" sz="1500"/>
              <a:t>Situação de interrupção de mesmo nível</a:t>
            </a:r>
          </a:p>
          <a:p>
            <a:pPr lvl="1"/>
            <a:r>
              <a:rPr altLang="pt-PT" sz="1500"/>
              <a:t>Falsificação das informações de routing</a:t>
            </a:r>
          </a:p>
          <a:p>
            <a:pPr lvl="1"/>
            <a:endParaRPr altLang="pt-PT" sz="1500"/>
          </a:p>
          <a:p>
            <a:r>
              <a:rPr altLang="pt-PT"/>
              <a:t>A situação de interrupção de mesmo nível é a menos crítica dos dois ataques porque os protocolos de routing se corrigem, o que faz a interrupção durar um pouco menos do que o próprio ataque.</a:t>
            </a:r>
          </a:p>
        </p:txBody>
      </p:sp>
      <p:sp>
        <p:nvSpPr>
          <p:cNvPr id="106500" name="Marcador de Posição da Data 3">
            <a:extLst>
              <a:ext uri="{FF2B5EF4-FFF2-40B4-BE49-F238E27FC236}">
                <a16:creationId xmlns:a16="http://schemas.microsoft.com/office/drawing/2014/main" id="{9EE94801-D789-4206-879B-E89F2BC425F8}"/>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6501" name="Marcador de Posição do Número do Diapositivo 4">
            <a:extLst>
              <a:ext uri="{FF2B5EF4-FFF2-40B4-BE49-F238E27FC236}">
                <a16:creationId xmlns:a16="http://schemas.microsoft.com/office/drawing/2014/main" id="{8D1F8A7F-F64E-4DB8-9CCE-CAFA7D17632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F441D2-3EA2-4BE3-9C17-CBB5906E84F6}" type="slidenum">
              <a:rPr lang="en-US" altLang="pt-PT">
                <a:latin typeface="Lucida Calligraphy" panose="03010101010101010101" pitchFamily="66" charset="0"/>
              </a:rPr>
              <a:pPr eaLnBrk="1" hangingPunct="1"/>
              <a:t>15</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152252253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ítulo 1">
            <a:extLst>
              <a:ext uri="{FF2B5EF4-FFF2-40B4-BE49-F238E27FC236}">
                <a16:creationId xmlns:a16="http://schemas.microsoft.com/office/drawing/2014/main" id="{50879E67-6318-4D89-AE63-12C131306C98}"/>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7523" name="Marcador de Posição de Conteúdo 2">
            <a:extLst>
              <a:ext uri="{FF2B5EF4-FFF2-40B4-BE49-F238E27FC236}">
                <a16:creationId xmlns:a16="http://schemas.microsoft.com/office/drawing/2014/main" id="{40F57445-89F2-47BE-9E22-6156E56DBA73}"/>
              </a:ext>
            </a:extLst>
          </p:cNvPr>
          <p:cNvSpPr>
            <a:spLocks noGrp="1"/>
          </p:cNvSpPr>
          <p:nvPr>
            <p:ph idx="1"/>
          </p:nvPr>
        </p:nvSpPr>
        <p:spPr/>
        <p:txBody>
          <a:bodyPr>
            <a:normAutofit fontScale="70000" lnSpcReduction="20000"/>
          </a:bodyPr>
          <a:lstStyle/>
          <a:p>
            <a:r>
              <a:rPr altLang="pt-PT"/>
              <a:t>Qualquer pessoa com um sniffer de pacotes, como o Wireshark, pode ler as informações que se propagam entre os routers. </a:t>
            </a:r>
          </a:p>
          <a:p>
            <a:r>
              <a:rPr altLang="pt-PT"/>
              <a:t>Em geral, os sistemas de routing podem ser atacados de duas formas:</a:t>
            </a:r>
          </a:p>
          <a:p>
            <a:pPr lvl="1"/>
            <a:r>
              <a:rPr altLang="pt-PT" sz="1500"/>
              <a:t>Situação de interrupção de mesmo nível</a:t>
            </a:r>
          </a:p>
          <a:p>
            <a:pPr lvl="1"/>
            <a:r>
              <a:rPr altLang="pt-PT" sz="1500"/>
              <a:t>Falsificação das informações de routing</a:t>
            </a:r>
          </a:p>
          <a:p>
            <a:pPr lvl="1"/>
            <a:endParaRPr altLang="pt-PT" sz="1500"/>
          </a:p>
          <a:p>
            <a:r>
              <a:rPr altLang="pt-PT"/>
              <a:t>A situação de interrupção de mesmo nível é a menos crítica dos dois ataques porque os protocolos de routing se corrigem, o que faz a interrupção durar um pouco menos do que o próprio ataque.</a:t>
            </a:r>
          </a:p>
        </p:txBody>
      </p:sp>
      <p:sp>
        <p:nvSpPr>
          <p:cNvPr id="107524" name="Marcador de Posição da Data 3">
            <a:extLst>
              <a:ext uri="{FF2B5EF4-FFF2-40B4-BE49-F238E27FC236}">
                <a16:creationId xmlns:a16="http://schemas.microsoft.com/office/drawing/2014/main" id="{A505DD0F-A9D4-48F3-8E55-8BCCEE6EFE6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7525" name="Marcador de Posição do Número do Diapositivo 4">
            <a:extLst>
              <a:ext uri="{FF2B5EF4-FFF2-40B4-BE49-F238E27FC236}">
                <a16:creationId xmlns:a16="http://schemas.microsoft.com/office/drawing/2014/main" id="{3153B69D-755C-4666-959A-B3E02CA701E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A1E356-014A-4BCA-A9C1-52F8674E5C58}" type="slidenum">
              <a:rPr lang="en-US" altLang="pt-PT">
                <a:latin typeface="Lucida Calligraphy" panose="03010101010101010101" pitchFamily="66" charset="0"/>
              </a:rPr>
              <a:pPr eaLnBrk="1" hangingPunct="1"/>
              <a:t>16</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314405674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ítulo 1">
            <a:extLst>
              <a:ext uri="{FF2B5EF4-FFF2-40B4-BE49-F238E27FC236}">
                <a16:creationId xmlns:a16="http://schemas.microsoft.com/office/drawing/2014/main" id="{DC11F571-164B-43A6-9852-1071C7F7BDC1}"/>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8547" name="Marcador de Posição de Conteúdo 2">
            <a:extLst>
              <a:ext uri="{FF2B5EF4-FFF2-40B4-BE49-F238E27FC236}">
                <a16:creationId xmlns:a16="http://schemas.microsoft.com/office/drawing/2014/main" id="{C8428DEA-F811-40AF-B56B-D68315CC3B3B}"/>
              </a:ext>
            </a:extLst>
          </p:cNvPr>
          <p:cNvSpPr>
            <a:spLocks noGrp="1"/>
          </p:cNvSpPr>
          <p:nvPr>
            <p:ph idx="1"/>
          </p:nvPr>
        </p:nvSpPr>
        <p:spPr/>
        <p:txBody>
          <a:bodyPr/>
          <a:lstStyle/>
          <a:p>
            <a:r>
              <a:rPr altLang="pt-PT" sz="1500"/>
              <a:t>Uma classe mais sutil de ataque tem como alvo as informações transportadas dentro do protocolo de routing. As informações de routing falsificadas normalmente podem ser utilizadas para fazer os sistemas enganar (mentir) uns aos outros, causar um DoS ou fazer o tráfego seguir um caminho que normalmente não seguiria. As consequências da falsificação das informações de routing são as seguintes:</a:t>
            </a:r>
          </a:p>
          <a:p>
            <a:endParaRPr altLang="pt-PT" sz="1500"/>
          </a:p>
          <a:p>
            <a:r>
              <a:rPr altLang="pt-PT" sz="1500"/>
              <a:t>1. Redireccionar o tráfego para criar loops de routing, conforme o mostrado na figura</a:t>
            </a:r>
          </a:p>
          <a:p>
            <a:r>
              <a:rPr altLang="pt-PT" sz="1500"/>
              <a:t>2. Redireccionar o tráfego para que ele possa ser monitorizando em um link inseguro</a:t>
            </a:r>
          </a:p>
          <a:p>
            <a:r>
              <a:rPr altLang="pt-PT" sz="1500"/>
              <a:t>3. Redireccionar o tráfego para descartá-lo</a:t>
            </a:r>
          </a:p>
          <a:p>
            <a:endParaRPr altLang="pt-PT" sz="1500"/>
          </a:p>
        </p:txBody>
      </p:sp>
      <p:sp>
        <p:nvSpPr>
          <p:cNvPr id="108548" name="Marcador de Posição da Data 3">
            <a:extLst>
              <a:ext uri="{FF2B5EF4-FFF2-40B4-BE49-F238E27FC236}">
                <a16:creationId xmlns:a16="http://schemas.microsoft.com/office/drawing/2014/main" id="{2191E911-D8E2-4FE7-80E2-781EB16B3A91}"/>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8549" name="Marcador de Posição do Número do Diapositivo 4">
            <a:extLst>
              <a:ext uri="{FF2B5EF4-FFF2-40B4-BE49-F238E27FC236}">
                <a16:creationId xmlns:a16="http://schemas.microsoft.com/office/drawing/2014/main" id="{9678FBE7-6339-4D2B-A517-06042273DEC0}"/>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215DD4-BEA0-4BE4-A8F2-11C260AA15B7}" type="slidenum">
              <a:rPr lang="en-US" altLang="pt-PT">
                <a:latin typeface="Lucida Calligraphy" panose="03010101010101010101" pitchFamily="66" charset="0"/>
              </a:rPr>
              <a:pPr eaLnBrk="1" hangingPunct="1"/>
              <a:t>17</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337947337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ítulo 1">
            <a:extLst>
              <a:ext uri="{FF2B5EF4-FFF2-40B4-BE49-F238E27FC236}">
                <a16:creationId xmlns:a16="http://schemas.microsoft.com/office/drawing/2014/main" id="{79465723-5E4C-4BDD-8940-2DB2217515C5}"/>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09571" name="Marcador de Posição da Data 3">
            <a:extLst>
              <a:ext uri="{FF2B5EF4-FFF2-40B4-BE49-F238E27FC236}">
                <a16:creationId xmlns:a16="http://schemas.microsoft.com/office/drawing/2014/main" id="{DC320F12-4CFE-4E18-B6B0-A5C00D675EF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09572" name="Marcador de Posição do Número do Diapositivo 4">
            <a:extLst>
              <a:ext uri="{FF2B5EF4-FFF2-40B4-BE49-F238E27FC236}">
                <a16:creationId xmlns:a16="http://schemas.microsoft.com/office/drawing/2014/main" id="{9408B69B-52FC-4DF1-B33A-E1279F8CFCDC}"/>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E8C7C6-A540-4D96-8106-C8B2DDB4CB25}" type="slidenum">
              <a:rPr lang="en-US" altLang="pt-PT">
                <a:latin typeface="Lucida Calligraphy" panose="03010101010101010101" pitchFamily="66" charset="0"/>
              </a:rPr>
              <a:pPr eaLnBrk="1" hangingPunct="1"/>
              <a:t>18</a:t>
            </a:fld>
            <a:endParaRPr lang="en-US" altLang="pt-PT">
              <a:latin typeface="Lucida Calligraphy" panose="03010101010101010101" pitchFamily="66" charset="0"/>
            </a:endParaRPr>
          </a:p>
        </p:txBody>
      </p:sp>
      <p:pic>
        <p:nvPicPr>
          <p:cNvPr id="109573" name="Picture 2">
            <a:extLst>
              <a:ext uri="{FF2B5EF4-FFF2-40B4-BE49-F238E27FC236}">
                <a16:creationId xmlns:a16="http://schemas.microsoft.com/office/drawing/2014/main" id="{CFD31B28-BD96-4698-B663-CCF4FD3997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351360"/>
            <a:ext cx="6093619" cy="3069431"/>
          </a:xfrm>
          <a:noFill/>
        </p:spPr>
      </p:pic>
    </p:spTree>
    <p:extLst>
      <p:ext uri="{BB962C8B-B14F-4D97-AF65-F5344CB8AC3E}">
        <p14:creationId xmlns:p14="http://schemas.microsoft.com/office/powerpoint/2010/main" val="389339704"/>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ítulo 1">
            <a:extLst>
              <a:ext uri="{FF2B5EF4-FFF2-40B4-BE49-F238E27FC236}">
                <a16:creationId xmlns:a16="http://schemas.microsoft.com/office/drawing/2014/main" id="{73AAD817-C5BC-4C8D-A2E3-C70B7A0FF6CE}"/>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0595" name="Marcador de Posição da Data 3">
            <a:extLst>
              <a:ext uri="{FF2B5EF4-FFF2-40B4-BE49-F238E27FC236}">
                <a16:creationId xmlns:a16="http://schemas.microsoft.com/office/drawing/2014/main" id="{5C14EC07-AFE1-43E6-ACAC-1D9844C08A07}"/>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0596" name="Marcador de Posição do Número do Diapositivo 4">
            <a:extLst>
              <a:ext uri="{FF2B5EF4-FFF2-40B4-BE49-F238E27FC236}">
                <a16:creationId xmlns:a16="http://schemas.microsoft.com/office/drawing/2014/main" id="{5DC041F3-7966-4CBB-890D-CC63174AA987}"/>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02031B-D2E3-428D-B1DB-1BE466C0434F}" type="slidenum">
              <a:rPr lang="en-US" altLang="pt-PT">
                <a:latin typeface="Lucida Calligraphy" panose="03010101010101010101" pitchFamily="66" charset="0"/>
              </a:rPr>
              <a:pPr eaLnBrk="1" hangingPunct="1"/>
              <a:t>19</a:t>
            </a:fld>
            <a:endParaRPr lang="en-US" altLang="pt-PT">
              <a:latin typeface="Lucida Calligraphy" panose="03010101010101010101" pitchFamily="66" charset="0"/>
            </a:endParaRPr>
          </a:p>
        </p:txBody>
      </p:sp>
      <p:pic>
        <p:nvPicPr>
          <p:cNvPr id="110597" name="Picture 2">
            <a:extLst>
              <a:ext uri="{FF2B5EF4-FFF2-40B4-BE49-F238E27FC236}">
                <a16:creationId xmlns:a16="http://schemas.microsoft.com/office/drawing/2014/main" id="{065CEFF7-72D7-4945-9E59-8C1F9EE9DF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99173" y="1303735"/>
            <a:ext cx="4341019" cy="3164681"/>
          </a:xfrm>
          <a:noFill/>
        </p:spPr>
      </p:pic>
    </p:spTree>
    <p:extLst>
      <p:ext uri="{BB962C8B-B14F-4D97-AF65-F5344CB8AC3E}">
        <p14:creationId xmlns:p14="http://schemas.microsoft.com/office/powerpoint/2010/main" val="21447177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ítulo 1">
            <a:extLst>
              <a:ext uri="{FF2B5EF4-FFF2-40B4-BE49-F238E27FC236}">
                <a16:creationId xmlns:a16="http://schemas.microsoft.com/office/drawing/2014/main" id="{64F58038-801D-4E95-8323-5FA1C011325E}"/>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1619" name="Marcador de Posição da Data 3">
            <a:extLst>
              <a:ext uri="{FF2B5EF4-FFF2-40B4-BE49-F238E27FC236}">
                <a16:creationId xmlns:a16="http://schemas.microsoft.com/office/drawing/2014/main" id="{279024F4-7446-481A-94D8-E08819C526A7}"/>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1620" name="Marcador de Posição do Número do Diapositivo 4">
            <a:extLst>
              <a:ext uri="{FF2B5EF4-FFF2-40B4-BE49-F238E27FC236}">
                <a16:creationId xmlns:a16="http://schemas.microsoft.com/office/drawing/2014/main" id="{AAB1F883-F651-4BCD-A644-EA54CD87309F}"/>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C870B0-CF05-40EC-9F76-9CE2FBEE1270}" type="slidenum">
              <a:rPr lang="en-US" altLang="pt-PT">
                <a:latin typeface="Lucida Calligraphy" panose="03010101010101010101" pitchFamily="66" charset="0"/>
              </a:rPr>
              <a:pPr eaLnBrk="1" hangingPunct="1"/>
              <a:t>20</a:t>
            </a:fld>
            <a:endParaRPr lang="en-US" altLang="pt-PT">
              <a:latin typeface="Lucida Calligraphy" panose="03010101010101010101" pitchFamily="66" charset="0"/>
            </a:endParaRPr>
          </a:p>
        </p:txBody>
      </p:sp>
      <p:pic>
        <p:nvPicPr>
          <p:cNvPr id="111621" name="Picture 2">
            <a:extLst>
              <a:ext uri="{FF2B5EF4-FFF2-40B4-BE49-F238E27FC236}">
                <a16:creationId xmlns:a16="http://schemas.microsoft.com/office/drawing/2014/main" id="{43DD992F-CB5E-4524-A05E-71B7C9D07F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99173" y="2249091"/>
            <a:ext cx="4341019" cy="1273969"/>
          </a:xfrm>
          <a:noFill/>
        </p:spPr>
      </p:pic>
    </p:spTree>
    <p:extLst>
      <p:ext uri="{BB962C8B-B14F-4D97-AF65-F5344CB8AC3E}">
        <p14:creationId xmlns:p14="http://schemas.microsoft.com/office/powerpoint/2010/main" val="3845393841"/>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ítulo 1">
            <a:extLst>
              <a:ext uri="{FF2B5EF4-FFF2-40B4-BE49-F238E27FC236}">
                <a16:creationId xmlns:a16="http://schemas.microsoft.com/office/drawing/2014/main" id="{B4F0DD3A-BF69-40DB-981A-5582FD023283}"/>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2643" name="Marcador de Posição da Data 3">
            <a:extLst>
              <a:ext uri="{FF2B5EF4-FFF2-40B4-BE49-F238E27FC236}">
                <a16:creationId xmlns:a16="http://schemas.microsoft.com/office/drawing/2014/main" id="{846F07B1-5BA3-4E21-B9C4-62582F448CA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2644" name="Marcador de Posição do Número do Diapositivo 4">
            <a:extLst>
              <a:ext uri="{FF2B5EF4-FFF2-40B4-BE49-F238E27FC236}">
                <a16:creationId xmlns:a16="http://schemas.microsoft.com/office/drawing/2014/main" id="{64226C67-06FA-4B2C-8267-E3F7A9833C6C}"/>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2F276F-5BB3-45EB-83A8-E97F3DF9BED7}" type="slidenum">
              <a:rPr lang="en-US" altLang="pt-PT">
                <a:latin typeface="Lucida Calligraphy" panose="03010101010101010101" pitchFamily="66" charset="0"/>
              </a:rPr>
              <a:pPr eaLnBrk="1" hangingPunct="1"/>
              <a:t>21</a:t>
            </a:fld>
            <a:endParaRPr lang="en-US" altLang="pt-PT">
              <a:latin typeface="Lucida Calligraphy" panose="03010101010101010101" pitchFamily="66" charset="0"/>
            </a:endParaRPr>
          </a:p>
        </p:txBody>
      </p:sp>
      <p:pic>
        <p:nvPicPr>
          <p:cNvPr id="112645" name="Picture 2">
            <a:extLst>
              <a:ext uri="{FF2B5EF4-FFF2-40B4-BE49-F238E27FC236}">
                <a16:creationId xmlns:a16="http://schemas.microsoft.com/office/drawing/2014/main" id="{C107E87A-02F1-421B-A474-5C3ACE6820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61010" y="1282304"/>
            <a:ext cx="5417344" cy="3207544"/>
          </a:xfrm>
          <a:noFill/>
        </p:spPr>
      </p:pic>
    </p:spTree>
    <p:extLst>
      <p:ext uri="{BB962C8B-B14F-4D97-AF65-F5344CB8AC3E}">
        <p14:creationId xmlns:p14="http://schemas.microsoft.com/office/powerpoint/2010/main" val="230973429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ítulo 1">
            <a:extLst>
              <a:ext uri="{FF2B5EF4-FFF2-40B4-BE49-F238E27FC236}">
                <a16:creationId xmlns:a16="http://schemas.microsoft.com/office/drawing/2014/main" id="{8AFD4F65-133D-46C7-9E48-5DB59888CF39}"/>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3667" name="Marcador de Posição da Data 3">
            <a:extLst>
              <a:ext uri="{FF2B5EF4-FFF2-40B4-BE49-F238E27FC236}">
                <a16:creationId xmlns:a16="http://schemas.microsoft.com/office/drawing/2014/main" id="{248425AF-925A-4C1C-AF45-CD2ABA3F6329}"/>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3668" name="Marcador de Posição do Número do Diapositivo 4">
            <a:extLst>
              <a:ext uri="{FF2B5EF4-FFF2-40B4-BE49-F238E27FC236}">
                <a16:creationId xmlns:a16="http://schemas.microsoft.com/office/drawing/2014/main" id="{2958EBD2-0DB3-4763-A43A-95E840B2F60E}"/>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16DD03-AD53-498E-A2DF-FF6DA03A6204}" type="slidenum">
              <a:rPr lang="en-US" altLang="pt-PT">
                <a:latin typeface="Lucida Calligraphy" panose="03010101010101010101" pitchFamily="66" charset="0"/>
              </a:rPr>
              <a:pPr eaLnBrk="1" hangingPunct="1"/>
              <a:t>22</a:t>
            </a:fld>
            <a:endParaRPr lang="en-US" altLang="pt-PT">
              <a:latin typeface="Lucida Calligraphy" panose="03010101010101010101" pitchFamily="66" charset="0"/>
            </a:endParaRPr>
          </a:p>
        </p:txBody>
      </p:sp>
      <p:pic>
        <p:nvPicPr>
          <p:cNvPr id="113669" name="Picture 2">
            <a:extLst>
              <a:ext uri="{FF2B5EF4-FFF2-40B4-BE49-F238E27FC236}">
                <a16:creationId xmlns:a16="http://schemas.microsoft.com/office/drawing/2014/main" id="{D72BE4A1-589C-4E5D-9E7B-3A17ED919DF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61010" y="2138363"/>
            <a:ext cx="5417344" cy="1495425"/>
          </a:xfrm>
          <a:noFill/>
        </p:spPr>
      </p:pic>
    </p:spTree>
    <p:extLst>
      <p:ext uri="{BB962C8B-B14F-4D97-AF65-F5344CB8AC3E}">
        <p14:creationId xmlns:p14="http://schemas.microsoft.com/office/powerpoint/2010/main" val="128310270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ítulo 1">
            <a:extLst>
              <a:ext uri="{FF2B5EF4-FFF2-40B4-BE49-F238E27FC236}">
                <a16:creationId xmlns:a16="http://schemas.microsoft.com/office/drawing/2014/main" id="{3EF20F50-1F4A-4C9A-A576-17EDBFFEC0A9}"/>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4691" name="Marcador de Posição da Data 3">
            <a:extLst>
              <a:ext uri="{FF2B5EF4-FFF2-40B4-BE49-F238E27FC236}">
                <a16:creationId xmlns:a16="http://schemas.microsoft.com/office/drawing/2014/main" id="{61315619-2C7E-43BF-A0A6-6F38BFD058D8}"/>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4692" name="Marcador de Posição do Número do Diapositivo 4">
            <a:extLst>
              <a:ext uri="{FF2B5EF4-FFF2-40B4-BE49-F238E27FC236}">
                <a16:creationId xmlns:a16="http://schemas.microsoft.com/office/drawing/2014/main" id="{CA9A75EC-E608-4E3D-8563-32948C1774FB}"/>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189CA6-2321-49E6-84F4-D5D8174D5544}" type="slidenum">
              <a:rPr lang="en-US" altLang="pt-PT">
                <a:latin typeface="Lucida Calligraphy" panose="03010101010101010101" pitchFamily="66" charset="0"/>
              </a:rPr>
              <a:pPr eaLnBrk="1" hangingPunct="1"/>
              <a:t>23</a:t>
            </a:fld>
            <a:endParaRPr lang="en-US" altLang="pt-PT">
              <a:latin typeface="Lucida Calligraphy" panose="03010101010101010101" pitchFamily="66" charset="0"/>
            </a:endParaRPr>
          </a:p>
        </p:txBody>
      </p:sp>
      <p:pic>
        <p:nvPicPr>
          <p:cNvPr id="114693" name="Picture 2">
            <a:extLst>
              <a:ext uri="{FF2B5EF4-FFF2-40B4-BE49-F238E27FC236}">
                <a16:creationId xmlns:a16="http://schemas.microsoft.com/office/drawing/2014/main" id="{76E8763D-FB3F-45F5-AA7E-B015E9EC96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20579" y="2138363"/>
            <a:ext cx="4698206" cy="1495425"/>
          </a:xfrm>
          <a:noFill/>
        </p:spPr>
      </p:pic>
    </p:spTree>
    <p:extLst>
      <p:ext uri="{BB962C8B-B14F-4D97-AF65-F5344CB8AC3E}">
        <p14:creationId xmlns:p14="http://schemas.microsoft.com/office/powerpoint/2010/main" val="2881651556"/>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ítulo 1">
            <a:extLst>
              <a:ext uri="{FF2B5EF4-FFF2-40B4-BE49-F238E27FC236}">
                <a16:creationId xmlns:a16="http://schemas.microsoft.com/office/drawing/2014/main" id="{43562BB2-53D9-48AF-9B5C-1D47DC9D8755}"/>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5715" name="Marcador de Posição de Conteúdo 2">
            <a:extLst>
              <a:ext uri="{FF2B5EF4-FFF2-40B4-BE49-F238E27FC236}">
                <a16:creationId xmlns:a16="http://schemas.microsoft.com/office/drawing/2014/main" id="{793D38B1-3948-4E8E-B092-B11AD7F3CCB6}"/>
              </a:ext>
            </a:extLst>
          </p:cNvPr>
          <p:cNvSpPr>
            <a:spLocks noGrp="1"/>
          </p:cNvSpPr>
          <p:nvPr>
            <p:ph idx="1"/>
          </p:nvPr>
        </p:nvSpPr>
        <p:spPr/>
        <p:txBody>
          <a:bodyPr>
            <a:normAutofit fontScale="70000" lnSpcReduction="20000"/>
          </a:bodyPr>
          <a:lstStyle/>
          <a:p>
            <a:r>
              <a:rPr altLang="pt-PT"/>
              <a:t>Os designers de rede utilizam firewalls para proteger redes do uso não autorizado. </a:t>
            </a:r>
          </a:p>
          <a:p>
            <a:r>
              <a:rPr altLang="pt-PT"/>
              <a:t>Os firewalls são soluções em hardware ou software que aplicam políticas de segurança de rede. Considere uma fechadura na porta de um quarto dentro de um edifício. A fechadura só permite que utilizadores autorizados com uma chave ou cartão de acesso abram a porta. </a:t>
            </a:r>
          </a:p>
          <a:p>
            <a:r>
              <a:rPr altLang="pt-PT"/>
              <a:t>Da mesma forma, um firewall filtra pacotes não autorizados ou potencialmente perigosos para que não entrem na rede. Em um router, podemos configurar uma firewall simples que forneça recursos de filtragem de tráfego básicos utilizando ACLs. </a:t>
            </a:r>
          </a:p>
        </p:txBody>
      </p:sp>
      <p:sp>
        <p:nvSpPr>
          <p:cNvPr id="115716" name="Marcador de Posição da Data 3">
            <a:extLst>
              <a:ext uri="{FF2B5EF4-FFF2-40B4-BE49-F238E27FC236}">
                <a16:creationId xmlns:a16="http://schemas.microsoft.com/office/drawing/2014/main" id="{9AB89D02-0F9B-441B-8E73-1B7F8A4B3FE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5717" name="Marcador de Posição do Número do Diapositivo 4">
            <a:extLst>
              <a:ext uri="{FF2B5EF4-FFF2-40B4-BE49-F238E27FC236}">
                <a16:creationId xmlns:a16="http://schemas.microsoft.com/office/drawing/2014/main" id="{D1AEC5C4-384F-46CC-AD52-A759A307461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EB0D0E-EA6F-4C6F-96CF-240FC8820883}" type="slidenum">
              <a:rPr lang="en-US" altLang="pt-PT">
                <a:latin typeface="Lucida Calligraphy" panose="03010101010101010101" pitchFamily="66" charset="0"/>
              </a:rPr>
              <a:pPr eaLnBrk="1" hangingPunct="1"/>
              <a:t>24</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15159636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ítulo 1">
            <a:extLst>
              <a:ext uri="{FF2B5EF4-FFF2-40B4-BE49-F238E27FC236}">
                <a16:creationId xmlns:a16="http://schemas.microsoft.com/office/drawing/2014/main" id="{3DB3BF04-9B21-46A8-A9AB-5135F9A030F6}"/>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6739" name="Marcador de Posição de Conteúdo 2">
            <a:extLst>
              <a:ext uri="{FF2B5EF4-FFF2-40B4-BE49-F238E27FC236}">
                <a16:creationId xmlns:a16="http://schemas.microsoft.com/office/drawing/2014/main" id="{D368BA7A-84E7-42C5-8735-0B021BD838FF}"/>
              </a:ext>
            </a:extLst>
          </p:cNvPr>
          <p:cNvSpPr>
            <a:spLocks noGrp="1"/>
          </p:cNvSpPr>
          <p:nvPr>
            <p:ph idx="1"/>
          </p:nvPr>
        </p:nvSpPr>
        <p:spPr/>
        <p:txBody>
          <a:bodyPr>
            <a:normAutofit fontScale="70000" lnSpcReduction="20000"/>
          </a:bodyPr>
          <a:lstStyle/>
          <a:p>
            <a:endParaRPr altLang="pt-PT"/>
          </a:p>
          <a:p>
            <a:r>
              <a:rPr altLang="pt-PT"/>
              <a:t>Uma ACL é uma lista sequencial de instruções de permissão ou negação que se aplicam a endereços ou protocolos de camada superior. </a:t>
            </a:r>
          </a:p>
          <a:p>
            <a:endParaRPr altLang="pt-PT"/>
          </a:p>
          <a:p>
            <a:r>
              <a:rPr altLang="pt-PT"/>
              <a:t>As ACLs fornecem uma forma eficiente de controlar o tráfego dentro e fora da sua rede.  Podemos configurar as ACLs para todos os protocolos de rede roteados. </a:t>
            </a:r>
          </a:p>
          <a:p>
            <a:endParaRPr altLang="pt-PT"/>
          </a:p>
          <a:p>
            <a:r>
              <a:rPr altLang="pt-PT"/>
              <a:t>A razão mais importante para configurar as ACLs é fornecer segurança para a rede. </a:t>
            </a:r>
          </a:p>
        </p:txBody>
      </p:sp>
      <p:sp>
        <p:nvSpPr>
          <p:cNvPr id="116740" name="Marcador de Posição da Data 3">
            <a:extLst>
              <a:ext uri="{FF2B5EF4-FFF2-40B4-BE49-F238E27FC236}">
                <a16:creationId xmlns:a16="http://schemas.microsoft.com/office/drawing/2014/main" id="{8807C6CA-D2BB-4722-827A-283F06CF127C}"/>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6741" name="Marcador de Posição do Número do Diapositivo 4">
            <a:extLst>
              <a:ext uri="{FF2B5EF4-FFF2-40B4-BE49-F238E27FC236}">
                <a16:creationId xmlns:a16="http://schemas.microsoft.com/office/drawing/2014/main" id="{97D371E9-4415-46E8-9831-B3E3AFD1393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F3357F-1A62-45A9-98A8-52AFF5636A8B}" type="slidenum">
              <a:rPr lang="en-US" altLang="pt-PT">
                <a:latin typeface="Lucida Calligraphy" panose="03010101010101010101" pitchFamily="66" charset="0"/>
              </a:rPr>
              <a:pPr eaLnBrk="1" hangingPunct="1"/>
              <a:t>25</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2494174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ítulo 1">
            <a:extLst>
              <a:ext uri="{FF2B5EF4-FFF2-40B4-BE49-F238E27FC236}">
                <a16:creationId xmlns:a16="http://schemas.microsoft.com/office/drawing/2014/main" id="{933A4547-BD0F-42D2-95B2-1B9E315FC30F}"/>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7763" name="Marcador de Posição de Conteúdo 2">
            <a:extLst>
              <a:ext uri="{FF2B5EF4-FFF2-40B4-BE49-F238E27FC236}">
                <a16:creationId xmlns:a16="http://schemas.microsoft.com/office/drawing/2014/main" id="{0371FC3C-F23E-4487-890A-29404AC2C72A}"/>
              </a:ext>
            </a:extLst>
          </p:cNvPr>
          <p:cNvSpPr>
            <a:spLocks noGrp="1"/>
          </p:cNvSpPr>
          <p:nvPr>
            <p:ph idx="1"/>
          </p:nvPr>
        </p:nvSpPr>
        <p:spPr/>
        <p:txBody>
          <a:bodyPr/>
          <a:lstStyle/>
          <a:p>
            <a:r>
              <a:rPr altLang="pt-PT" sz="1650"/>
              <a:t>A filtragem de pacote, às vezes chamada de filtragem de pacote estática, controla o acesso a uma rede, analisando os pacotes de entrada e de saída e transmitindo ou paralisando-os com base em critérios informados. </a:t>
            </a:r>
          </a:p>
          <a:p>
            <a:r>
              <a:rPr altLang="pt-PT" sz="1650"/>
              <a:t>Um router funciona como um filtro de pacote ao encaminhar ou negar pacotes de acordo com as regras de filtragem. Quando um pacote chega ao router de filtragem de pacote, o router extrai determinadas informações do cabeçalho do pacote e toma decisões de acordo com as regras do filtro quanto à possibilidade do pacote ser transmitido ou descartado.</a:t>
            </a:r>
          </a:p>
          <a:p>
            <a:r>
              <a:rPr altLang="pt-PT" sz="1650"/>
              <a:t> A filtragem de pacote funciona na camada de rede do modelo de referência OSI ou na camada de Internet do TCP/IP.</a:t>
            </a:r>
          </a:p>
        </p:txBody>
      </p:sp>
      <p:sp>
        <p:nvSpPr>
          <p:cNvPr id="117764" name="Marcador de Posição da Data 3">
            <a:extLst>
              <a:ext uri="{FF2B5EF4-FFF2-40B4-BE49-F238E27FC236}">
                <a16:creationId xmlns:a16="http://schemas.microsoft.com/office/drawing/2014/main" id="{CB58804E-9178-444F-A5E7-6BB60CB64D8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7765" name="Marcador de Posição do Número do Diapositivo 4">
            <a:extLst>
              <a:ext uri="{FF2B5EF4-FFF2-40B4-BE49-F238E27FC236}">
                <a16:creationId xmlns:a16="http://schemas.microsoft.com/office/drawing/2014/main" id="{524E09FF-AF1D-439E-8121-BDB026D463B7}"/>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AF3F73-D264-4C6A-876A-428061E67AEA}" type="slidenum">
              <a:rPr lang="en-US" altLang="pt-PT">
                <a:latin typeface="Lucida Calligraphy" panose="03010101010101010101" pitchFamily="66" charset="0"/>
              </a:rPr>
              <a:pPr eaLnBrk="1" hangingPunct="1"/>
              <a:t>26</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000886721"/>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ítulo 1">
            <a:extLst>
              <a:ext uri="{FF2B5EF4-FFF2-40B4-BE49-F238E27FC236}">
                <a16:creationId xmlns:a16="http://schemas.microsoft.com/office/drawing/2014/main" id="{A5DC8209-75EE-4C6B-84A9-4CF0BC0524CB}"/>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8787" name="Marcador de Posição da Data 3">
            <a:extLst>
              <a:ext uri="{FF2B5EF4-FFF2-40B4-BE49-F238E27FC236}">
                <a16:creationId xmlns:a16="http://schemas.microsoft.com/office/drawing/2014/main" id="{B5B656E4-DCD4-4941-A764-12D015CD05AD}"/>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8788" name="Marcador de Posição do Número do Diapositivo 4">
            <a:extLst>
              <a:ext uri="{FF2B5EF4-FFF2-40B4-BE49-F238E27FC236}">
                <a16:creationId xmlns:a16="http://schemas.microsoft.com/office/drawing/2014/main" id="{52121CD5-4E49-4F63-9E47-193923760F9B}"/>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3E3B85-C0DA-40E6-9312-A822CA1983F1}" type="slidenum">
              <a:rPr lang="en-US" altLang="pt-PT">
                <a:latin typeface="Lucida Calligraphy" panose="03010101010101010101" pitchFamily="66" charset="0"/>
              </a:rPr>
              <a:pPr eaLnBrk="1" hangingPunct="1"/>
              <a:t>27</a:t>
            </a:fld>
            <a:endParaRPr lang="en-US" altLang="pt-PT">
              <a:latin typeface="Lucida Calligraphy" panose="03010101010101010101" pitchFamily="66" charset="0"/>
            </a:endParaRPr>
          </a:p>
        </p:txBody>
      </p:sp>
      <p:pic>
        <p:nvPicPr>
          <p:cNvPr id="118789" name="Picture 2">
            <a:extLst>
              <a:ext uri="{FF2B5EF4-FFF2-40B4-BE49-F238E27FC236}">
                <a16:creationId xmlns:a16="http://schemas.microsoft.com/office/drawing/2014/main" id="{E8C694B7-CA9B-4E7A-8D47-E58C1AE307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81275" y="1400175"/>
            <a:ext cx="4976813" cy="2971800"/>
          </a:xfrm>
          <a:noFill/>
        </p:spPr>
      </p:pic>
    </p:spTree>
    <p:extLst>
      <p:ext uri="{BB962C8B-B14F-4D97-AF65-F5344CB8AC3E}">
        <p14:creationId xmlns:p14="http://schemas.microsoft.com/office/powerpoint/2010/main" val="343388041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ítulo 1">
            <a:extLst>
              <a:ext uri="{FF2B5EF4-FFF2-40B4-BE49-F238E27FC236}">
                <a16:creationId xmlns:a16="http://schemas.microsoft.com/office/drawing/2014/main" id="{32EA50B5-2D18-4154-A2E2-F12C28434FFC}"/>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19811" name="Marcador de Posição da Data 3">
            <a:extLst>
              <a:ext uri="{FF2B5EF4-FFF2-40B4-BE49-F238E27FC236}">
                <a16:creationId xmlns:a16="http://schemas.microsoft.com/office/drawing/2014/main" id="{7CD3D7F8-888E-4590-93EC-E72D1784887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19812" name="Marcador de Posição do Número do Diapositivo 4">
            <a:extLst>
              <a:ext uri="{FF2B5EF4-FFF2-40B4-BE49-F238E27FC236}">
                <a16:creationId xmlns:a16="http://schemas.microsoft.com/office/drawing/2014/main" id="{93E6DAE6-E0DF-4648-A53D-B2BED4B3259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A159A9-E64A-4F42-8D29-01D5EE96AD29}" type="slidenum">
              <a:rPr lang="en-US" altLang="pt-PT">
                <a:latin typeface="Lucida Calligraphy" panose="03010101010101010101" pitchFamily="66" charset="0"/>
              </a:rPr>
              <a:pPr eaLnBrk="1" hangingPunct="1"/>
              <a:t>28</a:t>
            </a:fld>
            <a:endParaRPr lang="en-US" altLang="pt-PT">
              <a:latin typeface="Lucida Calligraphy" panose="03010101010101010101" pitchFamily="66" charset="0"/>
            </a:endParaRPr>
          </a:p>
        </p:txBody>
      </p:sp>
      <p:pic>
        <p:nvPicPr>
          <p:cNvPr id="119813" name="Picture 2">
            <a:extLst>
              <a:ext uri="{FF2B5EF4-FFF2-40B4-BE49-F238E27FC236}">
                <a16:creationId xmlns:a16="http://schemas.microsoft.com/office/drawing/2014/main" id="{C38BA5FE-CE63-47BC-BBAB-2BB767BA95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22960" y="1400175"/>
            <a:ext cx="4694634" cy="2971800"/>
          </a:xfrm>
          <a:noFill/>
        </p:spPr>
      </p:pic>
    </p:spTree>
    <p:extLst>
      <p:ext uri="{BB962C8B-B14F-4D97-AF65-F5344CB8AC3E}">
        <p14:creationId xmlns:p14="http://schemas.microsoft.com/office/powerpoint/2010/main" val="413686976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ítulo 1">
            <a:extLst>
              <a:ext uri="{FF2B5EF4-FFF2-40B4-BE49-F238E27FC236}">
                <a16:creationId xmlns:a16="http://schemas.microsoft.com/office/drawing/2014/main" id="{5629AD6A-E911-4AA3-A974-625416D90FFB}"/>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0835" name="Marcador de Posição de Conteúdo 2">
            <a:extLst>
              <a:ext uri="{FF2B5EF4-FFF2-40B4-BE49-F238E27FC236}">
                <a16:creationId xmlns:a16="http://schemas.microsoft.com/office/drawing/2014/main" id="{E184D821-47DA-48FB-9A06-4308D16D30F1}"/>
              </a:ext>
            </a:extLst>
          </p:cNvPr>
          <p:cNvSpPr>
            <a:spLocks noGrp="1"/>
          </p:cNvSpPr>
          <p:nvPr>
            <p:ph idx="1"/>
          </p:nvPr>
        </p:nvSpPr>
        <p:spPr/>
        <p:txBody>
          <a:bodyPr/>
          <a:lstStyle/>
          <a:p>
            <a:endParaRPr altLang="pt-PT" sz="1500"/>
          </a:p>
          <a:p>
            <a:r>
              <a:rPr altLang="pt-PT" sz="1500"/>
              <a:t>ACL é um script de configuração de router que controla se um router permite ou nega a passagem a pacotes com base nos critérios encontrados no cabeçalho de pacote. As ACLs estão entre os objectos mais utilizados no software IOS. As ACLs também são utilizadas para seleccionar tipos de tráfego a ser analisado, encaminhado ou processado de outras formas. </a:t>
            </a:r>
          </a:p>
          <a:p>
            <a:r>
              <a:rPr altLang="pt-PT" sz="1500"/>
              <a:t>Na medida em que cada pacote passa por uma interface com uma ACL associada, a ACL é verificada de cima para baixo, uma linha por vez, procurando um padrão correspondente ao pacote de entrada. </a:t>
            </a:r>
          </a:p>
          <a:p>
            <a:r>
              <a:rPr altLang="pt-PT" sz="1500"/>
              <a:t>A ACL aplica uma ou mais políticas de segurança corporativas, aplicando uma regra de permissão ou negação para determinar o destino do pacote. As ACLs podem ser configuradas para controlar o acesso a uma rede ou sub-rede. </a:t>
            </a:r>
          </a:p>
        </p:txBody>
      </p:sp>
      <p:sp>
        <p:nvSpPr>
          <p:cNvPr id="120836" name="Marcador de Posição da Data 3">
            <a:extLst>
              <a:ext uri="{FF2B5EF4-FFF2-40B4-BE49-F238E27FC236}">
                <a16:creationId xmlns:a16="http://schemas.microsoft.com/office/drawing/2014/main" id="{BCDE3B9C-939F-49EE-9140-34323E70734D}"/>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0837" name="Marcador de Posição do Número do Diapositivo 4">
            <a:extLst>
              <a:ext uri="{FF2B5EF4-FFF2-40B4-BE49-F238E27FC236}">
                <a16:creationId xmlns:a16="http://schemas.microsoft.com/office/drawing/2014/main" id="{9F069487-1799-4468-A94A-8B024A29C18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C71E10-18BA-4799-BBC6-35897D720E35}" type="slidenum">
              <a:rPr lang="en-US" altLang="pt-PT">
                <a:latin typeface="Lucida Calligraphy" panose="03010101010101010101" pitchFamily="66" charset="0"/>
              </a:rPr>
              <a:pPr eaLnBrk="1" hangingPunct="1"/>
              <a:t>29</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18920537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ítulo 1">
            <a:extLst>
              <a:ext uri="{FF2B5EF4-FFF2-40B4-BE49-F238E27FC236}">
                <a16:creationId xmlns:a16="http://schemas.microsoft.com/office/drawing/2014/main" id="{1614A9C2-6864-423D-961E-CE8818A6BAE2}"/>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1859" name="Marcador de Posição de Conteúdo 2">
            <a:extLst>
              <a:ext uri="{FF2B5EF4-FFF2-40B4-BE49-F238E27FC236}">
                <a16:creationId xmlns:a16="http://schemas.microsoft.com/office/drawing/2014/main" id="{4487A867-4A81-490B-8B10-39B2F0E0093A}"/>
              </a:ext>
            </a:extLst>
          </p:cNvPr>
          <p:cNvSpPr>
            <a:spLocks noGrp="1"/>
          </p:cNvSpPr>
          <p:nvPr>
            <p:ph idx="1"/>
          </p:nvPr>
        </p:nvSpPr>
        <p:spPr/>
        <p:txBody>
          <a:bodyPr/>
          <a:lstStyle/>
          <a:p>
            <a:r>
              <a:rPr altLang="pt-PT" sz="1500"/>
              <a:t>Aqui estão algumas directrizes para utilizar ACLs:</a:t>
            </a:r>
          </a:p>
          <a:p>
            <a:endParaRPr altLang="pt-PT" sz="1500"/>
          </a:p>
          <a:p>
            <a:r>
              <a:rPr altLang="pt-PT" sz="1500"/>
              <a:t>Utilize as ACLs em routers de firewall colocados entre as suas redes interna e externa, como a Internet. </a:t>
            </a:r>
          </a:p>
          <a:p>
            <a:r>
              <a:rPr altLang="pt-PT" sz="1500"/>
              <a:t>Utilize as ACLs em um router colocado entre duas partes da sua rede para controlar o tráfego que entra ou sai de uma determinada parte da sua rede interna. </a:t>
            </a:r>
          </a:p>
          <a:p>
            <a:r>
              <a:rPr altLang="pt-PT" sz="1500"/>
              <a:t>Configure as ACLs em routers de borda (routers situados nas extremidades das suas redes). Isso fornece um buffer muito básico da rede externa ou entre uma área menos controlada da sua própria rede e uma área mais confidencial da sua rede. </a:t>
            </a:r>
          </a:p>
          <a:p>
            <a:r>
              <a:rPr altLang="pt-PT" sz="1500"/>
              <a:t>Configure as ACLs para cada protocolo de rede configurado nas interfaces do router de borda. Você pode configurar as ACLs em uma interface para filtrar o tráfego de entrada, o tráfego de saída ou ambos.</a:t>
            </a:r>
          </a:p>
        </p:txBody>
      </p:sp>
      <p:sp>
        <p:nvSpPr>
          <p:cNvPr id="121860" name="Marcador de Posição da Data 3">
            <a:extLst>
              <a:ext uri="{FF2B5EF4-FFF2-40B4-BE49-F238E27FC236}">
                <a16:creationId xmlns:a16="http://schemas.microsoft.com/office/drawing/2014/main" id="{186FAC25-2E19-40DF-B827-DA1DF3CA639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1861" name="Marcador de Posição do Número do Diapositivo 4">
            <a:extLst>
              <a:ext uri="{FF2B5EF4-FFF2-40B4-BE49-F238E27FC236}">
                <a16:creationId xmlns:a16="http://schemas.microsoft.com/office/drawing/2014/main" id="{CFC2CEDB-CDDF-4822-9F3D-81BD2128824D}"/>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56F040-44A4-47F9-A6A2-F252F043CB2D}" type="slidenum">
              <a:rPr lang="en-US" altLang="pt-PT">
                <a:latin typeface="Lucida Calligraphy" panose="03010101010101010101" pitchFamily="66" charset="0"/>
              </a:rPr>
              <a:pPr eaLnBrk="1" hangingPunct="1"/>
              <a:t>30</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896800069"/>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ítulo 1">
            <a:extLst>
              <a:ext uri="{FF2B5EF4-FFF2-40B4-BE49-F238E27FC236}">
                <a16:creationId xmlns:a16="http://schemas.microsoft.com/office/drawing/2014/main" id="{D0D89108-BBB3-4499-AA91-ACCEBEFDC3D0}"/>
              </a:ext>
            </a:extLst>
          </p:cNvPr>
          <p:cNvSpPr>
            <a:spLocks noGrp="1"/>
          </p:cNvSpPr>
          <p:nvPr>
            <p:ph type="title"/>
          </p:nvPr>
        </p:nvSpPr>
        <p:spPr>
          <a:xfrm>
            <a:off x="457200" y="58316"/>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2883" name="Marcador de Posição da Data 3">
            <a:extLst>
              <a:ext uri="{FF2B5EF4-FFF2-40B4-BE49-F238E27FC236}">
                <a16:creationId xmlns:a16="http://schemas.microsoft.com/office/drawing/2014/main" id="{7BF22694-E09B-4B6E-B0DA-8B62199996B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2884" name="Marcador de Posição do Número do Diapositivo 4">
            <a:extLst>
              <a:ext uri="{FF2B5EF4-FFF2-40B4-BE49-F238E27FC236}">
                <a16:creationId xmlns:a16="http://schemas.microsoft.com/office/drawing/2014/main" id="{5D38D4F9-FCB7-493D-AC32-E05284553E10}"/>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4AA619-4005-42CC-A4EE-15B86A4857C2}" type="slidenum">
              <a:rPr lang="en-US" altLang="pt-PT">
                <a:latin typeface="Lucida Calligraphy" panose="03010101010101010101" pitchFamily="66" charset="0"/>
              </a:rPr>
              <a:pPr eaLnBrk="1" hangingPunct="1"/>
              <a:t>31</a:t>
            </a:fld>
            <a:endParaRPr lang="en-US" altLang="pt-PT">
              <a:latin typeface="Lucida Calligraphy" panose="03010101010101010101" pitchFamily="66" charset="0"/>
            </a:endParaRPr>
          </a:p>
        </p:txBody>
      </p:sp>
      <p:pic>
        <p:nvPicPr>
          <p:cNvPr id="122885" name="Picture 2">
            <a:extLst>
              <a:ext uri="{FF2B5EF4-FFF2-40B4-BE49-F238E27FC236}">
                <a16:creationId xmlns:a16="http://schemas.microsoft.com/office/drawing/2014/main" id="{10A5311A-C981-435B-93A6-CB7063D1CA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56110"/>
            <a:ext cx="6093619" cy="3259931"/>
          </a:xfrm>
          <a:noFill/>
        </p:spPr>
      </p:pic>
    </p:spTree>
    <p:extLst>
      <p:ext uri="{BB962C8B-B14F-4D97-AF65-F5344CB8AC3E}">
        <p14:creationId xmlns:p14="http://schemas.microsoft.com/office/powerpoint/2010/main" val="480434941"/>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ítulo 1">
            <a:extLst>
              <a:ext uri="{FF2B5EF4-FFF2-40B4-BE49-F238E27FC236}">
                <a16:creationId xmlns:a16="http://schemas.microsoft.com/office/drawing/2014/main" id="{F671AE2D-F0D6-446D-98A0-7F8775A8E1DF}"/>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3907" name="Marcador de Posição de Conteúdo 2">
            <a:extLst>
              <a:ext uri="{FF2B5EF4-FFF2-40B4-BE49-F238E27FC236}">
                <a16:creationId xmlns:a16="http://schemas.microsoft.com/office/drawing/2014/main" id="{9968CEAD-90E0-4127-9F80-28731F5AFFC8}"/>
              </a:ext>
            </a:extLst>
          </p:cNvPr>
          <p:cNvSpPr>
            <a:spLocks noGrp="1"/>
          </p:cNvSpPr>
          <p:nvPr>
            <p:ph idx="1"/>
          </p:nvPr>
        </p:nvSpPr>
        <p:spPr/>
        <p:txBody>
          <a:bodyPr/>
          <a:lstStyle/>
          <a:p>
            <a:r>
              <a:rPr altLang="pt-PT" sz="1500"/>
              <a:t>Como as ACLs funcionam</a:t>
            </a:r>
          </a:p>
          <a:p>
            <a:r>
              <a:rPr altLang="pt-PT" sz="1500"/>
              <a:t>As ACLs definem o conjunto de regras que dão controle adicional para pacotes que entram por interfaces de entrada, pacotes retransmitidos pelo router e pacotes que saem pelas interfaces de saída do router. As ACLs não funcionam em pacotes com origem no próprio router. </a:t>
            </a:r>
          </a:p>
          <a:p>
            <a:r>
              <a:rPr altLang="pt-PT" sz="1500"/>
              <a:t>As ACLs são configuradas para se aplicar ao tráfego de entrada ou ao tráfego de saída.</a:t>
            </a:r>
          </a:p>
          <a:p>
            <a:r>
              <a:rPr altLang="pt-PT" sz="1500"/>
              <a:t>ACLs de entrada – os pacotes de entrada são processados antes de serem roteados para a interface de saída. Uma ACL de entrada será eficiente porque evita a sobrecarga das pesquisas de routing se o pacote for descartado. Se for permitido pelos testes, o pacote será processado para routing. </a:t>
            </a:r>
          </a:p>
          <a:p>
            <a:r>
              <a:rPr altLang="pt-PT" sz="1500"/>
              <a:t>ACLs de saída – os pacotes de entrada são roteados para a interface de saída e, em seguida, processados pela ACL de saída.</a:t>
            </a:r>
          </a:p>
        </p:txBody>
      </p:sp>
      <p:sp>
        <p:nvSpPr>
          <p:cNvPr id="123908" name="Marcador de Posição da Data 3">
            <a:extLst>
              <a:ext uri="{FF2B5EF4-FFF2-40B4-BE49-F238E27FC236}">
                <a16:creationId xmlns:a16="http://schemas.microsoft.com/office/drawing/2014/main" id="{BDFBF9DF-637F-4B31-A435-EFD83AF0F1F9}"/>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3909" name="Marcador de Posição do Número do Diapositivo 4">
            <a:extLst>
              <a:ext uri="{FF2B5EF4-FFF2-40B4-BE49-F238E27FC236}">
                <a16:creationId xmlns:a16="http://schemas.microsoft.com/office/drawing/2014/main" id="{ADB8EB2D-A6D6-4458-9591-75CA1FD4694B}"/>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C635A7-9555-4464-92F8-FBC27A33F747}" type="slidenum">
              <a:rPr lang="en-US" altLang="pt-PT">
                <a:latin typeface="Lucida Calligraphy" panose="03010101010101010101" pitchFamily="66" charset="0"/>
              </a:rPr>
              <a:pPr eaLnBrk="1" hangingPunct="1"/>
              <a:t>32</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583479063"/>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ítulo 1">
            <a:extLst>
              <a:ext uri="{FF2B5EF4-FFF2-40B4-BE49-F238E27FC236}">
                <a16:creationId xmlns:a16="http://schemas.microsoft.com/office/drawing/2014/main" id="{81A9C4D1-8E2E-4ECC-9428-868FB9BC440E}"/>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4931" name="Marcador de Posição da Data 3">
            <a:extLst>
              <a:ext uri="{FF2B5EF4-FFF2-40B4-BE49-F238E27FC236}">
                <a16:creationId xmlns:a16="http://schemas.microsoft.com/office/drawing/2014/main" id="{4F7141BA-55A9-477B-80C7-A2E43CF08B6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4932" name="Marcador de Posição do Número do Diapositivo 4">
            <a:extLst>
              <a:ext uri="{FF2B5EF4-FFF2-40B4-BE49-F238E27FC236}">
                <a16:creationId xmlns:a16="http://schemas.microsoft.com/office/drawing/2014/main" id="{51EEE728-9537-468E-AD44-B5DD2E79C4EE}"/>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43D6D7-FCD8-41EB-8613-0F60DB243D5E}" type="slidenum">
              <a:rPr lang="en-US" altLang="pt-PT">
                <a:latin typeface="Lucida Calligraphy" panose="03010101010101010101" pitchFamily="66" charset="0"/>
              </a:rPr>
              <a:pPr eaLnBrk="1" hangingPunct="1"/>
              <a:t>33</a:t>
            </a:fld>
            <a:endParaRPr lang="en-US" altLang="pt-PT">
              <a:latin typeface="Lucida Calligraphy" panose="03010101010101010101" pitchFamily="66" charset="0"/>
            </a:endParaRPr>
          </a:p>
        </p:txBody>
      </p:sp>
      <p:pic>
        <p:nvPicPr>
          <p:cNvPr id="124933" name="Picture 2">
            <a:extLst>
              <a:ext uri="{FF2B5EF4-FFF2-40B4-BE49-F238E27FC236}">
                <a16:creationId xmlns:a16="http://schemas.microsoft.com/office/drawing/2014/main" id="{0F00BD5C-6F92-4018-ABDF-1078B7442D5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76462" y="1085850"/>
            <a:ext cx="5786438" cy="3600450"/>
          </a:xfrm>
          <a:noFill/>
        </p:spPr>
      </p:pic>
    </p:spTree>
    <p:extLst>
      <p:ext uri="{BB962C8B-B14F-4D97-AF65-F5344CB8AC3E}">
        <p14:creationId xmlns:p14="http://schemas.microsoft.com/office/powerpoint/2010/main" val="3309549845"/>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ítulo 1">
            <a:extLst>
              <a:ext uri="{FF2B5EF4-FFF2-40B4-BE49-F238E27FC236}">
                <a16:creationId xmlns:a16="http://schemas.microsoft.com/office/drawing/2014/main" id="{667A51ED-6F16-465E-8DEC-F023D15E45CA}"/>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5955" name="Marcador de Posição da Data 3">
            <a:extLst>
              <a:ext uri="{FF2B5EF4-FFF2-40B4-BE49-F238E27FC236}">
                <a16:creationId xmlns:a16="http://schemas.microsoft.com/office/drawing/2014/main" id="{02FF57E9-335B-464F-B437-DB03CF0EDE9F}"/>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5956" name="Marcador de Posição do Número do Diapositivo 4">
            <a:extLst>
              <a:ext uri="{FF2B5EF4-FFF2-40B4-BE49-F238E27FC236}">
                <a16:creationId xmlns:a16="http://schemas.microsoft.com/office/drawing/2014/main" id="{D0D0295C-CE92-47B6-9649-CC0F3E80D191}"/>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5D7E11-E214-4691-847C-409918C26029}" type="slidenum">
              <a:rPr lang="en-US" altLang="pt-PT">
                <a:latin typeface="Lucida Calligraphy" panose="03010101010101010101" pitchFamily="66" charset="0"/>
              </a:rPr>
              <a:pPr eaLnBrk="1" hangingPunct="1"/>
              <a:t>34</a:t>
            </a:fld>
            <a:endParaRPr lang="en-US" altLang="pt-PT">
              <a:latin typeface="Lucida Calligraphy" panose="03010101010101010101" pitchFamily="66" charset="0"/>
            </a:endParaRPr>
          </a:p>
        </p:txBody>
      </p:sp>
      <p:pic>
        <p:nvPicPr>
          <p:cNvPr id="125957" name="Picture 2">
            <a:extLst>
              <a:ext uri="{FF2B5EF4-FFF2-40B4-BE49-F238E27FC236}">
                <a16:creationId xmlns:a16="http://schemas.microsoft.com/office/drawing/2014/main" id="{94CF39DF-D669-4918-AE6E-A67F9F080D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76462" y="1256110"/>
            <a:ext cx="5786438" cy="3259931"/>
          </a:xfrm>
          <a:noFill/>
        </p:spPr>
      </p:pic>
    </p:spTree>
    <p:extLst>
      <p:ext uri="{BB962C8B-B14F-4D97-AF65-F5344CB8AC3E}">
        <p14:creationId xmlns:p14="http://schemas.microsoft.com/office/powerpoint/2010/main" val="2896147009"/>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ítulo 1">
            <a:extLst>
              <a:ext uri="{FF2B5EF4-FFF2-40B4-BE49-F238E27FC236}">
                <a16:creationId xmlns:a16="http://schemas.microsoft.com/office/drawing/2014/main" id="{C1B7C932-488F-4159-A52B-AD697E9C374B}"/>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6979" name="Marcador de Posição de Conteúdo 2">
            <a:extLst>
              <a:ext uri="{FF2B5EF4-FFF2-40B4-BE49-F238E27FC236}">
                <a16:creationId xmlns:a16="http://schemas.microsoft.com/office/drawing/2014/main" id="{191DF10D-47D3-46E7-8BA0-916739650DE7}"/>
              </a:ext>
            </a:extLst>
          </p:cNvPr>
          <p:cNvSpPr>
            <a:spLocks noGrp="1"/>
          </p:cNvSpPr>
          <p:nvPr>
            <p:ph idx="1"/>
          </p:nvPr>
        </p:nvSpPr>
        <p:spPr/>
        <p:txBody>
          <a:bodyPr>
            <a:normAutofit fontScale="70000" lnSpcReduction="20000"/>
          </a:bodyPr>
          <a:lstStyle/>
          <a:p>
            <a:r>
              <a:rPr altLang="pt-PT"/>
              <a:t>Há dois tipos de ACLs Cisco, padrão e estendida.</a:t>
            </a:r>
          </a:p>
          <a:p>
            <a:endParaRPr altLang="pt-PT"/>
          </a:p>
          <a:p>
            <a:r>
              <a:rPr altLang="pt-PT"/>
              <a:t>ACLs padrão</a:t>
            </a:r>
          </a:p>
          <a:p>
            <a:r>
              <a:rPr altLang="pt-PT"/>
              <a:t>As ACLs padrão permitem a você permitir ou negar tráfego de endereços IP de origem. O destino do pacote e as portas envolvidas não importam. </a:t>
            </a:r>
          </a:p>
          <a:p>
            <a:r>
              <a:rPr altLang="pt-PT"/>
              <a:t>O exemplo permite todo o tráfego da rede 192.168.30.0/24. Por conta da "negar tudo" implícita ao final, todo os demais tráfegos são bloqueados com essa ACL. As ACLs padrão são criadas no modo de configuração global.</a:t>
            </a:r>
          </a:p>
        </p:txBody>
      </p:sp>
      <p:sp>
        <p:nvSpPr>
          <p:cNvPr id="126980" name="Marcador de Posição da Data 3">
            <a:extLst>
              <a:ext uri="{FF2B5EF4-FFF2-40B4-BE49-F238E27FC236}">
                <a16:creationId xmlns:a16="http://schemas.microsoft.com/office/drawing/2014/main" id="{0BEAA800-854A-48CA-9F47-B214D2614224}"/>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6981" name="Marcador de Posição do Número do Diapositivo 4">
            <a:extLst>
              <a:ext uri="{FF2B5EF4-FFF2-40B4-BE49-F238E27FC236}">
                <a16:creationId xmlns:a16="http://schemas.microsoft.com/office/drawing/2014/main" id="{F01E06A9-280D-416F-ACB6-8FE15CB20628}"/>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8FB479-56F9-4E12-8876-8F222D842685}" type="slidenum">
              <a:rPr lang="en-US" altLang="pt-PT">
                <a:latin typeface="Lucida Calligraphy" panose="03010101010101010101" pitchFamily="66" charset="0"/>
              </a:rPr>
              <a:pPr eaLnBrk="1" hangingPunct="1"/>
              <a:t>35</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624818211"/>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ítulo 1">
            <a:extLst>
              <a:ext uri="{FF2B5EF4-FFF2-40B4-BE49-F238E27FC236}">
                <a16:creationId xmlns:a16="http://schemas.microsoft.com/office/drawing/2014/main" id="{B0E46E62-CB27-4D8F-9B04-9E115675B916}"/>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8003" name="Marcador de Posição de Conteúdo 2">
            <a:extLst>
              <a:ext uri="{FF2B5EF4-FFF2-40B4-BE49-F238E27FC236}">
                <a16:creationId xmlns:a16="http://schemas.microsoft.com/office/drawing/2014/main" id="{08563CB3-B4CB-4639-877B-D4A16ACB2EFB}"/>
              </a:ext>
            </a:extLst>
          </p:cNvPr>
          <p:cNvSpPr>
            <a:spLocks noGrp="1"/>
          </p:cNvSpPr>
          <p:nvPr>
            <p:ph idx="1"/>
          </p:nvPr>
        </p:nvSpPr>
        <p:spPr/>
        <p:txBody>
          <a:bodyPr>
            <a:normAutofit fontScale="70000" lnSpcReduction="20000"/>
          </a:bodyPr>
          <a:lstStyle/>
          <a:p>
            <a:r>
              <a:rPr altLang="pt-PT"/>
              <a:t>ACLs estendidas</a:t>
            </a:r>
          </a:p>
          <a:p>
            <a:endParaRPr altLang="pt-PT"/>
          </a:p>
          <a:p>
            <a:r>
              <a:rPr altLang="pt-PT"/>
              <a:t>As ACLs estendidas filtram pacotes IP com base em vários atributos, por exemplo, tipo de protocolo, endereço IP de origem, endereço IP de destino, portas TCP e UDP de origem, portas TCP e UDP de destino e informações do tipo de protocolo opcionais para maior granularidade de controle. Na figura, a ACL 103 permite tráfego com origem em qualquer endereço na rede 192.168.30.0/24 para qualquer host de destino na porta 80 (HTTP). As ACLs estendidas são criadas no modo de configuração global. </a:t>
            </a:r>
          </a:p>
        </p:txBody>
      </p:sp>
      <p:sp>
        <p:nvSpPr>
          <p:cNvPr id="128004" name="Marcador de Posição da Data 3">
            <a:extLst>
              <a:ext uri="{FF2B5EF4-FFF2-40B4-BE49-F238E27FC236}">
                <a16:creationId xmlns:a16="http://schemas.microsoft.com/office/drawing/2014/main" id="{3767B5F5-DF9B-41C0-BEAB-F403425545C3}"/>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8005" name="Marcador de Posição do Número do Diapositivo 4">
            <a:extLst>
              <a:ext uri="{FF2B5EF4-FFF2-40B4-BE49-F238E27FC236}">
                <a16:creationId xmlns:a16="http://schemas.microsoft.com/office/drawing/2014/main" id="{A46DC290-631C-4331-A24B-C1C29E28553F}"/>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9936BD-00C7-4F97-B8A4-983AE48F8375}" type="slidenum">
              <a:rPr lang="en-US" altLang="pt-PT">
                <a:latin typeface="Lucida Calligraphy" panose="03010101010101010101" pitchFamily="66" charset="0"/>
              </a:rPr>
              <a:pPr eaLnBrk="1" hangingPunct="1"/>
              <a:t>36</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319284388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ítulo 1">
            <a:extLst>
              <a:ext uri="{FF2B5EF4-FFF2-40B4-BE49-F238E27FC236}">
                <a16:creationId xmlns:a16="http://schemas.microsoft.com/office/drawing/2014/main" id="{65162BA5-2103-4C5D-906C-75AA537338F3}"/>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29027" name="Marcador de Posição da Data 3">
            <a:extLst>
              <a:ext uri="{FF2B5EF4-FFF2-40B4-BE49-F238E27FC236}">
                <a16:creationId xmlns:a16="http://schemas.microsoft.com/office/drawing/2014/main" id="{68C4E007-0BF5-4ACF-8AC1-14E8CC9CFF0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29028" name="Marcador de Posição do Número do Diapositivo 4">
            <a:extLst>
              <a:ext uri="{FF2B5EF4-FFF2-40B4-BE49-F238E27FC236}">
                <a16:creationId xmlns:a16="http://schemas.microsoft.com/office/drawing/2014/main" id="{FDAA53A8-A496-40FF-9677-6C2E9D5EA6EC}"/>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0265DB-97A4-4601-9070-56CA70360F00}" type="slidenum">
              <a:rPr lang="en-US" altLang="pt-PT">
                <a:latin typeface="Lucida Calligraphy" panose="03010101010101010101" pitchFamily="66" charset="0"/>
              </a:rPr>
              <a:pPr eaLnBrk="1" hangingPunct="1"/>
              <a:t>37</a:t>
            </a:fld>
            <a:endParaRPr lang="en-US" altLang="pt-PT">
              <a:latin typeface="Lucida Calligraphy" panose="03010101010101010101" pitchFamily="66" charset="0"/>
            </a:endParaRPr>
          </a:p>
        </p:txBody>
      </p:sp>
      <p:pic>
        <p:nvPicPr>
          <p:cNvPr id="129029" name="Picture 2">
            <a:extLst>
              <a:ext uri="{FF2B5EF4-FFF2-40B4-BE49-F238E27FC236}">
                <a16:creationId xmlns:a16="http://schemas.microsoft.com/office/drawing/2014/main" id="{450E8243-F627-4A50-8FD9-A522C019083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875235"/>
            <a:ext cx="6093619" cy="2021681"/>
          </a:xfrm>
          <a:noFill/>
        </p:spPr>
      </p:pic>
    </p:spTree>
    <p:extLst>
      <p:ext uri="{BB962C8B-B14F-4D97-AF65-F5344CB8AC3E}">
        <p14:creationId xmlns:p14="http://schemas.microsoft.com/office/powerpoint/2010/main" val="305622707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ítulo 1">
            <a:extLst>
              <a:ext uri="{FF2B5EF4-FFF2-40B4-BE49-F238E27FC236}">
                <a16:creationId xmlns:a16="http://schemas.microsoft.com/office/drawing/2014/main" id="{6C9DE6E2-2D03-4237-B290-066BD4350199}"/>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0051" name="Marcador de Posição da Data 3">
            <a:extLst>
              <a:ext uri="{FF2B5EF4-FFF2-40B4-BE49-F238E27FC236}">
                <a16:creationId xmlns:a16="http://schemas.microsoft.com/office/drawing/2014/main" id="{922C7309-E90E-4E28-BD03-E42BA8801E2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0052" name="Marcador de Posição do Número do Diapositivo 4">
            <a:extLst>
              <a:ext uri="{FF2B5EF4-FFF2-40B4-BE49-F238E27FC236}">
                <a16:creationId xmlns:a16="http://schemas.microsoft.com/office/drawing/2014/main" id="{E27D9F84-37A1-47A7-8D1D-06253DF11CF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F19A2E-47BF-4445-94BA-2A7669AADDED}" type="slidenum">
              <a:rPr lang="en-US" altLang="pt-PT">
                <a:latin typeface="Lucida Calligraphy" panose="03010101010101010101" pitchFamily="66" charset="0"/>
              </a:rPr>
              <a:pPr eaLnBrk="1" hangingPunct="1"/>
              <a:t>38</a:t>
            </a:fld>
            <a:endParaRPr lang="en-US" altLang="pt-PT">
              <a:latin typeface="Lucida Calligraphy" panose="03010101010101010101" pitchFamily="66" charset="0"/>
            </a:endParaRPr>
          </a:p>
        </p:txBody>
      </p:sp>
      <p:pic>
        <p:nvPicPr>
          <p:cNvPr id="130053" name="Picture 2">
            <a:extLst>
              <a:ext uri="{FF2B5EF4-FFF2-40B4-BE49-F238E27FC236}">
                <a16:creationId xmlns:a16="http://schemas.microsoft.com/office/drawing/2014/main" id="{E19BC241-8F64-4665-8521-56728E3A91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79998" y="1650206"/>
            <a:ext cx="6093619" cy="2471738"/>
          </a:xfrm>
          <a:noFill/>
        </p:spPr>
      </p:pic>
    </p:spTree>
    <p:extLst>
      <p:ext uri="{BB962C8B-B14F-4D97-AF65-F5344CB8AC3E}">
        <p14:creationId xmlns:p14="http://schemas.microsoft.com/office/powerpoint/2010/main" val="4148085598"/>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ítulo 1">
            <a:extLst>
              <a:ext uri="{FF2B5EF4-FFF2-40B4-BE49-F238E27FC236}">
                <a16:creationId xmlns:a16="http://schemas.microsoft.com/office/drawing/2014/main" id="{DD665E84-C997-4CA4-90E4-D62832D33E9A}"/>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1075" name="Marcador de Posição de Conteúdo 2">
            <a:extLst>
              <a:ext uri="{FF2B5EF4-FFF2-40B4-BE49-F238E27FC236}">
                <a16:creationId xmlns:a16="http://schemas.microsoft.com/office/drawing/2014/main" id="{BC60119A-7C9C-4FA4-94D3-4C5A19030D8E}"/>
              </a:ext>
            </a:extLst>
          </p:cNvPr>
          <p:cNvSpPr>
            <a:spLocks noGrp="1"/>
          </p:cNvSpPr>
          <p:nvPr>
            <p:ph idx="1"/>
          </p:nvPr>
        </p:nvSpPr>
        <p:spPr/>
        <p:txBody>
          <a:bodyPr>
            <a:normAutofit fontScale="62500" lnSpcReduction="20000"/>
          </a:bodyPr>
          <a:lstStyle/>
          <a:p>
            <a:r>
              <a:rPr altLang="pt-PT"/>
              <a:t>Toda ACL deve ser colocada onde tenha o maior impacto em termos de eficiência. </a:t>
            </a:r>
          </a:p>
          <a:p>
            <a:endParaRPr altLang="pt-PT"/>
          </a:p>
          <a:p>
            <a:r>
              <a:rPr altLang="pt-PT"/>
              <a:t>As regras básicas são:</a:t>
            </a:r>
          </a:p>
          <a:p>
            <a:endParaRPr altLang="pt-PT"/>
          </a:p>
          <a:p>
            <a:r>
              <a:rPr altLang="pt-PT"/>
              <a:t>Localize as ACLs estendidas mais próximas da origem do tráfego negado. Dessa forma, o tráfego indesejável é filtrado sem atravessar a infraestrutura de rede.</a:t>
            </a:r>
          </a:p>
          <a:p>
            <a:endParaRPr altLang="pt-PT"/>
          </a:p>
          <a:p>
            <a:r>
              <a:rPr altLang="pt-PT"/>
              <a:t>Como as ACLs padrão não especificam endereços de destino, coloque-as o mais próximo possível do destino. </a:t>
            </a:r>
          </a:p>
        </p:txBody>
      </p:sp>
      <p:sp>
        <p:nvSpPr>
          <p:cNvPr id="131076" name="Marcador de Posição da Data 3">
            <a:extLst>
              <a:ext uri="{FF2B5EF4-FFF2-40B4-BE49-F238E27FC236}">
                <a16:creationId xmlns:a16="http://schemas.microsoft.com/office/drawing/2014/main" id="{9CD7AA28-4CF0-458E-9B03-817CB73F3FC3}"/>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1077" name="Marcador de Posição do Número do Diapositivo 4">
            <a:extLst>
              <a:ext uri="{FF2B5EF4-FFF2-40B4-BE49-F238E27FC236}">
                <a16:creationId xmlns:a16="http://schemas.microsoft.com/office/drawing/2014/main" id="{B4C9FB61-63F8-4CBF-82E3-BB7EB92AA99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0D8973-8FCC-48E1-8412-7CD4E0551109}" type="slidenum">
              <a:rPr lang="en-US" altLang="pt-PT">
                <a:latin typeface="Lucida Calligraphy" panose="03010101010101010101" pitchFamily="66" charset="0"/>
              </a:rPr>
              <a:pPr eaLnBrk="1" hangingPunct="1"/>
              <a:t>39</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227374730"/>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ítulo 1">
            <a:extLst>
              <a:ext uri="{FF2B5EF4-FFF2-40B4-BE49-F238E27FC236}">
                <a16:creationId xmlns:a16="http://schemas.microsoft.com/office/drawing/2014/main" id="{CEB2BF90-1A1F-42DD-A159-063F31166D0D}"/>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2099" name="Marcador de Posição da Data 3">
            <a:extLst>
              <a:ext uri="{FF2B5EF4-FFF2-40B4-BE49-F238E27FC236}">
                <a16:creationId xmlns:a16="http://schemas.microsoft.com/office/drawing/2014/main" id="{49E65E3B-F639-494F-945F-C9A9D968F9AF}"/>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2100" name="Marcador de Posição do Número do Diapositivo 4">
            <a:extLst>
              <a:ext uri="{FF2B5EF4-FFF2-40B4-BE49-F238E27FC236}">
                <a16:creationId xmlns:a16="http://schemas.microsoft.com/office/drawing/2014/main" id="{A110FBE6-53ED-4026-AA64-06F1F36D09D5}"/>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EE9701-41C3-4462-8160-2D9C3E27E4F2}" type="slidenum">
              <a:rPr lang="en-US" altLang="pt-PT">
                <a:latin typeface="Lucida Calligraphy" panose="03010101010101010101" pitchFamily="66" charset="0"/>
              </a:rPr>
              <a:pPr eaLnBrk="1" hangingPunct="1"/>
              <a:t>40</a:t>
            </a:fld>
            <a:endParaRPr lang="en-US" altLang="pt-PT">
              <a:latin typeface="Lucida Calligraphy" panose="03010101010101010101" pitchFamily="66" charset="0"/>
            </a:endParaRPr>
          </a:p>
        </p:txBody>
      </p:sp>
      <p:pic>
        <p:nvPicPr>
          <p:cNvPr id="132101" name="Picture 2">
            <a:extLst>
              <a:ext uri="{FF2B5EF4-FFF2-40B4-BE49-F238E27FC236}">
                <a16:creationId xmlns:a16="http://schemas.microsoft.com/office/drawing/2014/main" id="{254D708A-EDA0-4EAA-A4D1-B69D5466ED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91967" y="1232298"/>
            <a:ext cx="5355431" cy="3307556"/>
          </a:xfrm>
          <a:noFill/>
        </p:spPr>
      </p:pic>
    </p:spTree>
    <p:extLst>
      <p:ext uri="{BB962C8B-B14F-4D97-AF65-F5344CB8AC3E}">
        <p14:creationId xmlns:p14="http://schemas.microsoft.com/office/powerpoint/2010/main" val="206967807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ítulo 1">
            <a:extLst>
              <a:ext uri="{FF2B5EF4-FFF2-40B4-BE49-F238E27FC236}">
                <a16:creationId xmlns:a16="http://schemas.microsoft.com/office/drawing/2014/main" id="{BFC71857-9515-4140-A19C-45F0C0DFC036}"/>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3123" name="Marcador de Posição da Data 3">
            <a:extLst>
              <a:ext uri="{FF2B5EF4-FFF2-40B4-BE49-F238E27FC236}">
                <a16:creationId xmlns:a16="http://schemas.microsoft.com/office/drawing/2014/main" id="{DABB826E-E80A-446D-81FD-3427B63B5EA7}"/>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3124" name="Marcador de Posição do Número do Diapositivo 4">
            <a:extLst>
              <a:ext uri="{FF2B5EF4-FFF2-40B4-BE49-F238E27FC236}">
                <a16:creationId xmlns:a16="http://schemas.microsoft.com/office/drawing/2014/main" id="{17C14BBA-22D3-4C63-A39B-C26BF552E93A}"/>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EB9AEF-051C-4FB1-BC9C-A5D59419A571}" type="slidenum">
              <a:rPr lang="en-US" altLang="pt-PT">
                <a:latin typeface="Lucida Calligraphy" panose="03010101010101010101" pitchFamily="66" charset="0"/>
              </a:rPr>
              <a:pPr eaLnBrk="1" hangingPunct="1"/>
              <a:t>41</a:t>
            </a:fld>
            <a:endParaRPr lang="en-US" altLang="pt-PT">
              <a:latin typeface="Lucida Calligraphy" panose="03010101010101010101" pitchFamily="66" charset="0"/>
            </a:endParaRPr>
          </a:p>
        </p:txBody>
      </p:sp>
      <p:pic>
        <p:nvPicPr>
          <p:cNvPr id="133125" name="Picture 2">
            <a:extLst>
              <a:ext uri="{FF2B5EF4-FFF2-40B4-BE49-F238E27FC236}">
                <a16:creationId xmlns:a16="http://schemas.microsoft.com/office/drawing/2014/main" id="{904926B1-93C5-4C64-953E-F7729367F6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30079" y="1232298"/>
            <a:ext cx="5079206" cy="3307556"/>
          </a:xfrm>
          <a:noFill/>
        </p:spPr>
      </p:pic>
    </p:spTree>
    <p:extLst>
      <p:ext uri="{BB962C8B-B14F-4D97-AF65-F5344CB8AC3E}">
        <p14:creationId xmlns:p14="http://schemas.microsoft.com/office/powerpoint/2010/main" val="948988982"/>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ítulo 1">
            <a:extLst>
              <a:ext uri="{FF2B5EF4-FFF2-40B4-BE49-F238E27FC236}">
                <a16:creationId xmlns:a16="http://schemas.microsoft.com/office/drawing/2014/main" id="{BC9F83D8-8395-4BF1-8C82-DCAFE30F22E9}"/>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4147" name="Marcador de Posição da Data 3">
            <a:extLst>
              <a:ext uri="{FF2B5EF4-FFF2-40B4-BE49-F238E27FC236}">
                <a16:creationId xmlns:a16="http://schemas.microsoft.com/office/drawing/2014/main" id="{4CCECE2B-06BC-4D67-A237-F683409EBC41}"/>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4148" name="Marcador de Posição do Número do Diapositivo 4">
            <a:extLst>
              <a:ext uri="{FF2B5EF4-FFF2-40B4-BE49-F238E27FC236}">
                <a16:creationId xmlns:a16="http://schemas.microsoft.com/office/drawing/2014/main" id="{92BA479D-54EF-4152-8FAA-63EBB6FA923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3C66F0-33DF-4509-A6C9-CCC011ED6108}" type="slidenum">
              <a:rPr lang="en-US" altLang="pt-PT">
                <a:latin typeface="Lucida Calligraphy" panose="03010101010101010101" pitchFamily="66" charset="0"/>
              </a:rPr>
              <a:pPr eaLnBrk="1" hangingPunct="1"/>
              <a:t>42</a:t>
            </a:fld>
            <a:endParaRPr lang="en-US" altLang="pt-PT">
              <a:latin typeface="Lucida Calligraphy" panose="03010101010101010101" pitchFamily="66" charset="0"/>
            </a:endParaRPr>
          </a:p>
        </p:txBody>
      </p:sp>
      <p:pic>
        <p:nvPicPr>
          <p:cNvPr id="134149" name="Picture 2">
            <a:extLst>
              <a:ext uri="{FF2B5EF4-FFF2-40B4-BE49-F238E27FC236}">
                <a16:creationId xmlns:a16="http://schemas.microsoft.com/office/drawing/2014/main" id="{3F7BCED6-1BFE-4B33-9900-94EB6FA7E4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14562" y="1825229"/>
            <a:ext cx="5711429" cy="2121694"/>
          </a:xfrm>
          <a:noFill/>
        </p:spPr>
      </p:pic>
    </p:spTree>
    <p:extLst>
      <p:ext uri="{BB962C8B-B14F-4D97-AF65-F5344CB8AC3E}">
        <p14:creationId xmlns:p14="http://schemas.microsoft.com/office/powerpoint/2010/main" val="934398975"/>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ítulo 1">
            <a:extLst>
              <a:ext uri="{FF2B5EF4-FFF2-40B4-BE49-F238E27FC236}">
                <a16:creationId xmlns:a16="http://schemas.microsoft.com/office/drawing/2014/main" id="{B90FC309-4906-4959-9B70-B888C558D36B}"/>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5171" name="Marcador de Posição de Conteúdo 2">
            <a:extLst>
              <a:ext uri="{FF2B5EF4-FFF2-40B4-BE49-F238E27FC236}">
                <a16:creationId xmlns:a16="http://schemas.microsoft.com/office/drawing/2014/main" id="{B65EA673-EB7A-4494-B364-DB6627086E83}"/>
              </a:ext>
            </a:extLst>
          </p:cNvPr>
          <p:cNvSpPr>
            <a:spLocks noGrp="1"/>
          </p:cNvSpPr>
          <p:nvPr>
            <p:ph idx="1"/>
          </p:nvPr>
        </p:nvSpPr>
        <p:spPr/>
        <p:txBody>
          <a:bodyPr/>
          <a:lstStyle/>
          <a:p>
            <a:endParaRPr altLang="pt-PT" sz="1500"/>
          </a:p>
          <a:p>
            <a:r>
              <a:rPr altLang="pt-PT" sz="1500"/>
              <a:t>Lembre-se de que, ao entrar no router, o tráfego é comparado com instruções ACL com base na ordem em que ocorrem as entradas no router. O router continua processando as instruções ACL até que haja uma correspondência. </a:t>
            </a:r>
          </a:p>
          <a:p>
            <a:r>
              <a:rPr altLang="pt-PT" sz="1500"/>
              <a:t>Por essa razão, devemos ter a entrada ACL mais utilizada na parte superior da lista. Se nenhuma correspondência for encontrada quando o router chegar ao final da lista, o tráfego será negado porque as ACLs têm uma negação implícita para todo o tráfego que não atenda a nenhum dos critérios testados. </a:t>
            </a:r>
          </a:p>
          <a:p>
            <a:r>
              <a:rPr altLang="pt-PT" sz="1500"/>
              <a:t>Uma ACL única com apenas uma entrada de negação tem o efeito de negar todo o tráfego. Você deve ter pelo menos uma instrução de permissão em uma ACL, ou todo o tráfego será bloqueado. </a:t>
            </a:r>
          </a:p>
        </p:txBody>
      </p:sp>
      <p:sp>
        <p:nvSpPr>
          <p:cNvPr id="135172" name="Marcador de Posição da Data 3">
            <a:extLst>
              <a:ext uri="{FF2B5EF4-FFF2-40B4-BE49-F238E27FC236}">
                <a16:creationId xmlns:a16="http://schemas.microsoft.com/office/drawing/2014/main" id="{B19D1A11-F5F2-4519-84A0-2B53C48D658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5173" name="Marcador de Posição do Número do Diapositivo 4">
            <a:extLst>
              <a:ext uri="{FF2B5EF4-FFF2-40B4-BE49-F238E27FC236}">
                <a16:creationId xmlns:a16="http://schemas.microsoft.com/office/drawing/2014/main" id="{A9D606DD-62E1-4858-8C03-A9E9007F36FD}"/>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F1A9D0-AA24-4E68-BFD1-59085C3101AB}" type="slidenum">
              <a:rPr lang="en-US" altLang="pt-PT">
                <a:latin typeface="Lucida Calligraphy" panose="03010101010101010101" pitchFamily="66" charset="0"/>
              </a:rPr>
              <a:pPr eaLnBrk="1" hangingPunct="1"/>
              <a:t>43</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85292493"/>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ítulo 1">
            <a:extLst>
              <a:ext uri="{FF2B5EF4-FFF2-40B4-BE49-F238E27FC236}">
                <a16:creationId xmlns:a16="http://schemas.microsoft.com/office/drawing/2014/main" id="{CD4BBDA6-6603-47B3-A097-907E1D9022EE}"/>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6195" name="Marcador de Posição da Data 3">
            <a:extLst>
              <a:ext uri="{FF2B5EF4-FFF2-40B4-BE49-F238E27FC236}">
                <a16:creationId xmlns:a16="http://schemas.microsoft.com/office/drawing/2014/main" id="{7DAAC7FD-83E7-4539-BE39-B967233392F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6196" name="Marcador de Posição do Número do Diapositivo 4">
            <a:extLst>
              <a:ext uri="{FF2B5EF4-FFF2-40B4-BE49-F238E27FC236}">
                <a16:creationId xmlns:a16="http://schemas.microsoft.com/office/drawing/2014/main" id="{6AF7CCBE-D202-4BE0-8709-F2F4086E523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246D25-EB72-430E-80A8-C5C1206EFD9A}" type="slidenum">
              <a:rPr lang="en-US" altLang="pt-PT">
                <a:latin typeface="Lucida Calligraphy" panose="03010101010101010101" pitchFamily="66" charset="0"/>
              </a:rPr>
              <a:pPr eaLnBrk="1" hangingPunct="1"/>
              <a:t>44</a:t>
            </a:fld>
            <a:endParaRPr lang="en-US" altLang="pt-PT">
              <a:latin typeface="Lucida Calligraphy" panose="03010101010101010101" pitchFamily="66" charset="0"/>
            </a:endParaRPr>
          </a:p>
        </p:txBody>
      </p:sp>
      <p:pic>
        <p:nvPicPr>
          <p:cNvPr id="136197" name="Picture 2">
            <a:extLst>
              <a:ext uri="{FF2B5EF4-FFF2-40B4-BE49-F238E27FC236}">
                <a16:creationId xmlns:a16="http://schemas.microsoft.com/office/drawing/2014/main" id="{72085550-9954-499B-8CE7-1AE5AFC09A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62225" y="1085850"/>
            <a:ext cx="5014913" cy="3600450"/>
          </a:xfrm>
          <a:noFill/>
        </p:spPr>
      </p:pic>
    </p:spTree>
    <p:extLst>
      <p:ext uri="{BB962C8B-B14F-4D97-AF65-F5344CB8AC3E}">
        <p14:creationId xmlns:p14="http://schemas.microsoft.com/office/powerpoint/2010/main" val="305733958"/>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ítulo 1">
            <a:extLst>
              <a:ext uri="{FF2B5EF4-FFF2-40B4-BE49-F238E27FC236}">
                <a16:creationId xmlns:a16="http://schemas.microsoft.com/office/drawing/2014/main" id="{64F06F70-FADB-4514-8C66-C5D49D89944A}"/>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7219" name="Marcador de Posição de Conteúdo 2">
            <a:extLst>
              <a:ext uri="{FF2B5EF4-FFF2-40B4-BE49-F238E27FC236}">
                <a16:creationId xmlns:a16="http://schemas.microsoft.com/office/drawing/2014/main" id="{91CE1DBD-9603-44BB-90DB-6059C6F37E5E}"/>
              </a:ext>
            </a:extLst>
          </p:cNvPr>
          <p:cNvSpPr>
            <a:spLocks noGrp="1"/>
          </p:cNvSpPr>
          <p:nvPr>
            <p:ph idx="1"/>
          </p:nvPr>
        </p:nvSpPr>
        <p:spPr/>
        <p:txBody>
          <a:bodyPr/>
          <a:lstStyle/>
          <a:p>
            <a:endParaRPr altLang="pt-PT" sz="1500"/>
          </a:p>
          <a:p>
            <a:r>
              <a:rPr altLang="pt-PT" sz="1500"/>
              <a:t>A sintaxe completa do comando da ACL padrão para filtrar um determinado host é a seguinte:</a:t>
            </a:r>
          </a:p>
          <a:p>
            <a:endParaRPr altLang="pt-PT" sz="1500"/>
          </a:p>
          <a:p>
            <a:r>
              <a:rPr altLang="pt-PT" sz="1500"/>
              <a:t>Router(config)#access-list access-list-number [deny | permit] source [log]</a:t>
            </a:r>
          </a:p>
          <a:p>
            <a:endParaRPr altLang="pt-PT" sz="1500"/>
          </a:p>
          <a:p>
            <a:endParaRPr altLang="pt-PT" sz="1500"/>
          </a:p>
          <a:p>
            <a:r>
              <a:rPr altLang="pt-PT" sz="1500"/>
              <a:t>Por exemplo, para criar uma ACL numerada designada 10 que permitisse a rede 192.168.10.0 /24, você digitaria: </a:t>
            </a:r>
          </a:p>
          <a:p>
            <a:endParaRPr altLang="pt-PT" sz="1500"/>
          </a:p>
          <a:p>
            <a:r>
              <a:rPr altLang="pt-PT" sz="1500"/>
              <a:t>R1(config)#access-list 10 permit 192.168.10.0 0.0.0.255</a:t>
            </a:r>
          </a:p>
        </p:txBody>
      </p:sp>
      <p:sp>
        <p:nvSpPr>
          <p:cNvPr id="137220" name="Marcador de Posição da Data 3">
            <a:extLst>
              <a:ext uri="{FF2B5EF4-FFF2-40B4-BE49-F238E27FC236}">
                <a16:creationId xmlns:a16="http://schemas.microsoft.com/office/drawing/2014/main" id="{01FC130F-1324-4C0D-8733-0D7DCA28284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7221" name="Marcador de Posição do Número do Diapositivo 4">
            <a:extLst>
              <a:ext uri="{FF2B5EF4-FFF2-40B4-BE49-F238E27FC236}">
                <a16:creationId xmlns:a16="http://schemas.microsoft.com/office/drawing/2014/main" id="{D0752975-922F-4C5C-9918-A097A7CEF8B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5A8F8D-06A5-441C-B7CB-057887E78229}" type="slidenum">
              <a:rPr lang="en-US" altLang="pt-PT">
                <a:latin typeface="Lucida Calligraphy" panose="03010101010101010101" pitchFamily="66" charset="0"/>
              </a:rPr>
              <a:pPr eaLnBrk="1" hangingPunct="1"/>
              <a:t>45</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1703370260"/>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ítulo 1">
            <a:extLst>
              <a:ext uri="{FF2B5EF4-FFF2-40B4-BE49-F238E27FC236}">
                <a16:creationId xmlns:a16="http://schemas.microsoft.com/office/drawing/2014/main" id="{771B42C3-7F4C-490A-8637-DADF8B674ED8}"/>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8243" name="Marcador de Posição de Conteúdo 2">
            <a:extLst>
              <a:ext uri="{FF2B5EF4-FFF2-40B4-BE49-F238E27FC236}">
                <a16:creationId xmlns:a16="http://schemas.microsoft.com/office/drawing/2014/main" id="{6085D413-6D1F-4675-83F8-E30D42FDC9C7}"/>
              </a:ext>
            </a:extLst>
          </p:cNvPr>
          <p:cNvSpPr>
            <a:spLocks noGrp="1"/>
          </p:cNvSpPr>
          <p:nvPr>
            <p:ph idx="1"/>
          </p:nvPr>
        </p:nvSpPr>
        <p:spPr/>
        <p:txBody>
          <a:bodyPr>
            <a:normAutofit fontScale="70000" lnSpcReduction="20000"/>
          </a:bodyPr>
          <a:lstStyle/>
          <a:p>
            <a:r>
              <a:rPr altLang="pt-PT"/>
              <a:t>Mascara curigunda  (mascara inversa)</a:t>
            </a:r>
          </a:p>
          <a:p>
            <a:r>
              <a:rPr altLang="pt-PT"/>
              <a:t>Entre as instruções ACLs estão máscaras, também chamadas de máscaras curinga. Máscara curinga é uma string de dígitos binários que informam ao router que partes do número da sub-rede observar. Embora não tenham nenhuma relação funcional com máscaras de sub-rede, as máscaras curinga fornecem uma função semelhante.  A máscara determina a proporção de um endereço IP de origem ou de destino a ser aplicada à correspondência de endereço. Os números 1 e 0 na máscara identificam como tratar os bits de endereço IP correspondentes. No entanto, eles são utilizados para fins diferentes, seguindo regras diferentes. </a:t>
            </a:r>
          </a:p>
        </p:txBody>
      </p:sp>
      <p:sp>
        <p:nvSpPr>
          <p:cNvPr id="138244" name="Marcador de Posição da Data 3">
            <a:extLst>
              <a:ext uri="{FF2B5EF4-FFF2-40B4-BE49-F238E27FC236}">
                <a16:creationId xmlns:a16="http://schemas.microsoft.com/office/drawing/2014/main" id="{9EB65E62-1CCB-4464-AEDE-8AE9D3B5EC6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8245" name="Marcador de Posição do Número do Diapositivo 4">
            <a:extLst>
              <a:ext uri="{FF2B5EF4-FFF2-40B4-BE49-F238E27FC236}">
                <a16:creationId xmlns:a16="http://schemas.microsoft.com/office/drawing/2014/main" id="{BFD59448-97D2-477A-B949-8D78216A412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52ABDA-F427-4DBF-AE80-9BA398FA3CBD}" type="slidenum">
              <a:rPr lang="en-US" altLang="pt-PT">
                <a:latin typeface="Lucida Calligraphy" panose="03010101010101010101" pitchFamily="66" charset="0"/>
              </a:rPr>
              <a:pPr eaLnBrk="1" hangingPunct="1"/>
              <a:t>46</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134643109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ítulo 1">
            <a:extLst>
              <a:ext uri="{FF2B5EF4-FFF2-40B4-BE49-F238E27FC236}">
                <a16:creationId xmlns:a16="http://schemas.microsoft.com/office/drawing/2014/main" id="{7D0615F8-FE84-4F4B-92B2-5EEB74ED2249}"/>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39267" name="Marcador de Posição da Data 3">
            <a:extLst>
              <a:ext uri="{FF2B5EF4-FFF2-40B4-BE49-F238E27FC236}">
                <a16:creationId xmlns:a16="http://schemas.microsoft.com/office/drawing/2014/main" id="{E11E9A35-0E9C-4EF0-84EE-4BACBD379FC3}"/>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39268" name="Marcador de Posição do Número do Diapositivo 4">
            <a:extLst>
              <a:ext uri="{FF2B5EF4-FFF2-40B4-BE49-F238E27FC236}">
                <a16:creationId xmlns:a16="http://schemas.microsoft.com/office/drawing/2014/main" id="{2CFC2224-AF99-4B95-8C6C-9204E932F4B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49318D-8730-4854-839D-F4353ACD73EE}" type="slidenum">
              <a:rPr lang="en-US" altLang="pt-PT">
                <a:latin typeface="Lucida Calligraphy" panose="03010101010101010101" pitchFamily="66" charset="0"/>
              </a:rPr>
              <a:pPr eaLnBrk="1" hangingPunct="1"/>
              <a:t>47</a:t>
            </a:fld>
            <a:endParaRPr lang="en-US" altLang="pt-PT">
              <a:latin typeface="Lucida Calligraphy" panose="03010101010101010101" pitchFamily="66" charset="0"/>
            </a:endParaRPr>
          </a:p>
        </p:txBody>
      </p:sp>
      <p:pic>
        <p:nvPicPr>
          <p:cNvPr id="139269" name="Picture 2">
            <a:extLst>
              <a:ext uri="{FF2B5EF4-FFF2-40B4-BE49-F238E27FC236}">
                <a16:creationId xmlns:a16="http://schemas.microsoft.com/office/drawing/2014/main" id="{2EA2D029-03E8-4069-9324-41A66D33EA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14562" y="1100138"/>
            <a:ext cx="5711429" cy="3571875"/>
          </a:xfrm>
          <a:noFill/>
        </p:spPr>
      </p:pic>
    </p:spTree>
    <p:extLst>
      <p:ext uri="{BB962C8B-B14F-4D97-AF65-F5344CB8AC3E}">
        <p14:creationId xmlns:p14="http://schemas.microsoft.com/office/powerpoint/2010/main" val="278184873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ítulo 1">
            <a:extLst>
              <a:ext uri="{FF2B5EF4-FFF2-40B4-BE49-F238E27FC236}">
                <a16:creationId xmlns:a16="http://schemas.microsoft.com/office/drawing/2014/main" id="{3A585DB1-C13C-49F4-AC04-2240902DF162}"/>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0291" name="Marcador de Posição da Data 3">
            <a:extLst>
              <a:ext uri="{FF2B5EF4-FFF2-40B4-BE49-F238E27FC236}">
                <a16:creationId xmlns:a16="http://schemas.microsoft.com/office/drawing/2014/main" id="{0493FF52-2C37-4A1F-BEAE-0F799959BC99}"/>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0292" name="Marcador de Posição do Número do Diapositivo 4">
            <a:extLst>
              <a:ext uri="{FF2B5EF4-FFF2-40B4-BE49-F238E27FC236}">
                <a16:creationId xmlns:a16="http://schemas.microsoft.com/office/drawing/2014/main" id="{6CC1A71A-F1E4-46FE-8AAA-1C3E2BBB822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DDA0D4-E1E2-4564-9540-2ADDB4370322}" type="slidenum">
              <a:rPr lang="en-US" altLang="pt-PT">
                <a:latin typeface="Lucida Calligraphy" panose="03010101010101010101" pitchFamily="66" charset="0"/>
              </a:rPr>
              <a:pPr eaLnBrk="1" hangingPunct="1"/>
              <a:t>48</a:t>
            </a:fld>
            <a:endParaRPr lang="en-US" altLang="pt-PT">
              <a:latin typeface="Lucida Calligraphy" panose="03010101010101010101" pitchFamily="66" charset="0"/>
            </a:endParaRPr>
          </a:p>
        </p:txBody>
      </p:sp>
      <p:pic>
        <p:nvPicPr>
          <p:cNvPr id="140293" name="Picture 2">
            <a:extLst>
              <a:ext uri="{FF2B5EF4-FFF2-40B4-BE49-F238E27FC236}">
                <a16:creationId xmlns:a16="http://schemas.microsoft.com/office/drawing/2014/main" id="{D48CF63A-120D-47B6-89AB-D1C927C963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571625"/>
            <a:ext cx="6093619" cy="2628900"/>
          </a:xfrm>
          <a:noFill/>
        </p:spPr>
      </p:pic>
    </p:spTree>
    <p:extLst>
      <p:ext uri="{BB962C8B-B14F-4D97-AF65-F5344CB8AC3E}">
        <p14:creationId xmlns:p14="http://schemas.microsoft.com/office/powerpoint/2010/main" val="3530762528"/>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ítulo 1">
            <a:extLst>
              <a:ext uri="{FF2B5EF4-FFF2-40B4-BE49-F238E27FC236}">
                <a16:creationId xmlns:a16="http://schemas.microsoft.com/office/drawing/2014/main" id="{B20FC6BC-6A60-42D3-8B4B-52ABB0C9640C}"/>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1315" name="Marcador de Posição da Data 3">
            <a:extLst>
              <a:ext uri="{FF2B5EF4-FFF2-40B4-BE49-F238E27FC236}">
                <a16:creationId xmlns:a16="http://schemas.microsoft.com/office/drawing/2014/main" id="{B3E4D898-A11E-4F9B-A8D2-B941BD6138CE}"/>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1316" name="Marcador de Posição do Número do Diapositivo 4">
            <a:extLst>
              <a:ext uri="{FF2B5EF4-FFF2-40B4-BE49-F238E27FC236}">
                <a16:creationId xmlns:a16="http://schemas.microsoft.com/office/drawing/2014/main" id="{FB0D9235-1E0A-4943-921E-509363F48F4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76D928-8A9C-4C78-982B-1908CFDDE703}" type="slidenum">
              <a:rPr lang="en-US" altLang="pt-PT">
                <a:latin typeface="Lucida Calligraphy" panose="03010101010101010101" pitchFamily="66" charset="0"/>
              </a:rPr>
              <a:pPr eaLnBrk="1" hangingPunct="1"/>
              <a:t>49</a:t>
            </a:fld>
            <a:endParaRPr lang="en-US" altLang="pt-PT">
              <a:latin typeface="Lucida Calligraphy" panose="03010101010101010101" pitchFamily="66" charset="0"/>
            </a:endParaRPr>
          </a:p>
        </p:txBody>
      </p:sp>
      <p:pic>
        <p:nvPicPr>
          <p:cNvPr id="141317" name="Picture 2">
            <a:extLst>
              <a:ext uri="{FF2B5EF4-FFF2-40B4-BE49-F238E27FC236}">
                <a16:creationId xmlns:a16="http://schemas.microsoft.com/office/drawing/2014/main" id="{75B03E4E-18E4-473B-BC68-73C9B5EB13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24300" y="1907381"/>
            <a:ext cx="2290763" cy="1957388"/>
          </a:xfrm>
          <a:noFill/>
        </p:spPr>
      </p:pic>
    </p:spTree>
    <p:extLst>
      <p:ext uri="{BB962C8B-B14F-4D97-AF65-F5344CB8AC3E}">
        <p14:creationId xmlns:p14="http://schemas.microsoft.com/office/powerpoint/2010/main" val="326174118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ítulo 1">
            <a:extLst>
              <a:ext uri="{FF2B5EF4-FFF2-40B4-BE49-F238E27FC236}">
                <a16:creationId xmlns:a16="http://schemas.microsoft.com/office/drawing/2014/main" id="{3D12D20F-0EA7-4FBD-9862-DF534A38098C}"/>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2339" name="Marcador de Posição da Data 3">
            <a:extLst>
              <a:ext uri="{FF2B5EF4-FFF2-40B4-BE49-F238E27FC236}">
                <a16:creationId xmlns:a16="http://schemas.microsoft.com/office/drawing/2014/main" id="{1FC2D683-AFD1-4993-B67E-AB03A66146F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2340" name="Marcador de Posição do Número do Diapositivo 4">
            <a:extLst>
              <a:ext uri="{FF2B5EF4-FFF2-40B4-BE49-F238E27FC236}">
                <a16:creationId xmlns:a16="http://schemas.microsoft.com/office/drawing/2014/main" id="{F3AEE60B-A751-4F98-B85B-A48D0C644A38}"/>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A0C1A3-4B92-48B9-B882-C17D4ADE7C29}" type="slidenum">
              <a:rPr lang="en-US" altLang="pt-PT">
                <a:latin typeface="Lucida Calligraphy" panose="03010101010101010101" pitchFamily="66" charset="0"/>
              </a:rPr>
              <a:pPr eaLnBrk="1" hangingPunct="1"/>
              <a:t>50</a:t>
            </a:fld>
            <a:endParaRPr lang="en-US" altLang="pt-PT">
              <a:latin typeface="Lucida Calligraphy" panose="03010101010101010101" pitchFamily="66" charset="0"/>
            </a:endParaRPr>
          </a:p>
        </p:txBody>
      </p:sp>
      <p:pic>
        <p:nvPicPr>
          <p:cNvPr id="142341" name="Picture 2">
            <a:extLst>
              <a:ext uri="{FF2B5EF4-FFF2-40B4-BE49-F238E27FC236}">
                <a16:creationId xmlns:a16="http://schemas.microsoft.com/office/drawing/2014/main" id="{9ACFE81B-B020-4FA5-9114-5797F6CE9C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95400"/>
            <a:ext cx="6093619" cy="3181350"/>
          </a:xfrm>
          <a:noFill/>
        </p:spPr>
      </p:pic>
    </p:spTree>
    <p:extLst>
      <p:ext uri="{BB962C8B-B14F-4D97-AF65-F5344CB8AC3E}">
        <p14:creationId xmlns:p14="http://schemas.microsoft.com/office/powerpoint/2010/main" val="755202942"/>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ítulo 1">
            <a:extLst>
              <a:ext uri="{FF2B5EF4-FFF2-40B4-BE49-F238E27FC236}">
                <a16:creationId xmlns:a16="http://schemas.microsoft.com/office/drawing/2014/main" id="{C0B33E73-FAAE-4AC2-980C-9CA74AB71313}"/>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3363" name="Marcador de Posição da Data 3">
            <a:extLst>
              <a:ext uri="{FF2B5EF4-FFF2-40B4-BE49-F238E27FC236}">
                <a16:creationId xmlns:a16="http://schemas.microsoft.com/office/drawing/2014/main" id="{36643F91-5110-4E66-B21A-522984F8BEB3}"/>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3364" name="Marcador de Posição do Número do Diapositivo 4">
            <a:extLst>
              <a:ext uri="{FF2B5EF4-FFF2-40B4-BE49-F238E27FC236}">
                <a16:creationId xmlns:a16="http://schemas.microsoft.com/office/drawing/2014/main" id="{2CA8CBE1-574C-45F8-A08C-BC42EBC2494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2D1167-B3EB-43DF-8DBF-FC27BF41A82E}" type="slidenum">
              <a:rPr lang="en-US" altLang="pt-PT">
                <a:latin typeface="Lucida Calligraphy" panose="03010101010101010101" pitchFamily="66" charset="0"/>
              </a:rPr>
              <a:pPr eaLnBrk="1" hangingPunct="1"/>
              <a:t>51</a:t>
            </a:fld>
            <a:endParaRPr lang="en-US" altLang="pt-PT">
              <a:latin typeface="Lucida Calligraphy" panose="03010101010101010101" pitchFamily="66" charset="0"/>
            </a:endParaRPr>
          </a:p>
        </p:txBody>
      </p:sp>
      <p:pic>
        <p:nvPicPr>
          <p:cNvPr id="143365" name="Picture 2">
            <a:extLst>
              <a:ext uri="{FF2B5EF4-FFF2-40B4-BE49-F238E27FC236}">
                <a16:creationId xmlns:a16="http://schemas.microsoft.com/office/drawing/2014/main" id="{3B1A7F9E-FC87-449C-8E43-2E8B816672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435894"/>
            <a:ext cx="6093619" cy="2900363"/>
          </a:xfrm>
          <a:noFill/>
        </p:spPr>
      </p:pic>
    </p:spTree>
    <p:extLst>
      <p:ext uri="{BB962C8B-B14F-4D97-AF65-F5344CB8AC3E}">
        <p14:creationId xmlns:p14="http://schemas.microsoft.com/office/powerpoint/2010/main" val="781895602"/>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ítulo 1">
            <a:extLst>
              <a:ext uri="{FF2B5EF4-FFF2-40B4-BE49-F238E27FC236}">
                <a16:creationId xmlns:a16="http://schemas.microsoft.com/office/drawing/2014/main" id="{7FF703C4-74C0-4AB6-B81F-5FA454B52993}"/>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4387" name="Marcador de Posição da Data 3">
            <a:extLst>
              <a:ext uri="{FF2B5EF4-FFF2-40B4-BE49-F238E27FC236}">
                <a16:creationId xmlns:a16="http://schemas.microsoft.com/office/drawing/2014/main" id="{AE4BCC6E-4BD1-405A-A6BC-270AE7776E7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4388" name="Marcador de Posição do Número do Diapositivo 4">
            <a:extLst>
              <a:ext uri="{FF2B5EF4-FFF2-40B4-BE49-F238E27FC236}">
                <a16:creationId xmlns:a16="http://schemas.microsoft.com/office/drawing/2014/main" id="{702CE62D-C2C8-4428-BA59-1CE59FFB749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DE6460-ACEB-4B89-84D0-71E0D2C52C67}" type="slidenum">
              <a:rPr lang="en-US" altLang="pt-PT">
                <a:latin typeface="Lucida Calligraphy" panose="03010101010101010101" pitchFamily="66" charset="0"/>
              </a:rPr>
              <a:pPr eaLnBrk="1" hangingPunct="1"/>
              <a:t>52</a:t>
            </a:fld>
            <a:endParaRPr lang="en-US" altLang="pt-PT">
              <a:latin typeface="Lucida Calligraphy" panose="03010101010101010101" pitchFamily="66" charset="0"/>
            </a:endParaRPr>
          </a:p>
        </p:txBody>
      </p:sp>
      <p:pic>
        <p:nvPicPr>
          <p:cNvPr id="144389" name="Picture 2">
            <a:extLst>
              <a:ext uri="{FF2B5EF4-FFF2-40B4-BE49-F238E27FC236}">
                <a16:creationId xmlns:a16="http://schemas.microsoft.com/office/drawing/2014/main" id="{B2A07665-ED95-48BF-B7AE-0A2721E8DA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08485"/>
            <a:ext cx="6093619" cy="3355181"/>
          </a:xfrm>
          <a:noFill/>
        </p:spPr>
      </p:pic>
    </p:spTree>
    <p:extLst>
      <p:ext uri="{BB962C8B-B14F-4D97-AF65-F5344CB8AC3E}">
        <p14:creationId xmlns:p14="http://schemas.microsoft.com/office/powerpoint/2010/main" val="2346733824"/>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ítulo 1">
            <a:extLst>
              <a:ext uri="{FF2B5EF4-FFF2-40B4-BE49-F238E27FC236}">
                <a16:creationId xmlns:a16="http://schemas.microsoft.com/office/drawing/2014/main" id="{49145647-5A03-48BA-9740-7120A7A651D7}"/>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5411" name="Marcador de Posição da Data 3">
            <a:extLst>
              <a:ext uri="{FF2B5EF4-FFF2-40B4-BE49-F238E27FC236}">
                <a16:creationId xmlns:a16="http://schemas.microsoft.com/office/drawing/2014/main" id="{A20B5697-32F2-4E09-B2AB-7838BDA4BA4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5412" name="Marcador de Posição do Número do Diapositivo 4">
            <a:extLst>
              <a:ext uri="{FF2B5EF4-FFF2-40B4-BE49-F238E27FC236}">
                <a16:creationId xmlns:a16="http://schemas.microsoft.com/office/drawing/2014/main" id="{C9134E73-188F-4B85-B989-1208603FF89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0F4DE6-0563-47DB-9C13-B08819452226}" type="slidenum">
              <a:rPr lang="en-US" altLang="pt-PT">
                <a:latin typeface="Lucida Calligraphy" panose="03010101010101010101" pitchFamily="66" charset="0"/>
              </a:rPr>
              <a:pPr eaLnBrk="1" hangingPunct="1"/>
              <a:t>53</a:t>
            </a:fld>
            <a:endParaRPr lang="en-US" altLang="pt-PT">
              <a:latin typeface="Lucida Calligraphy" panose="03010101010101010101" pitchFamily="66" charset="0"/>
            </a:endParaRPr>
          </a:p>
        </p:txBody>
      </p:sp>
      <p:pic>
        <p:nvPicPr>
          <p:cNvPr id="145413" name="Picture 2">
            <a:extLst>
              <a:ext uri="{FF2B5EF4-FFF2-40B4-BE49-F238E27FC236}">
                <a16:creationId xmlns:a16="http://schemas.microsoft.com/office/drawing/2014/main" id="{F3DA5010-189B-46CA-B4F4-733ED7EF13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37060"/>
            <a:ext cx="6093619" cy="3298031"/>
          </a:xfrm>
          <a:noFill/>
        </p:spPr>
      </p:pic>
    </p:spTree>
    <p:extLst>
      <p:ext uri="{BB962C8B-B14F-4D97-AF65-F5344CB8AC3E}">
        <p14:creationId xmlns:p14="http://schemas.microsoft.com/office/powerpoint/2010/main" val="4190116922"/>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ítulo 1">
            <a:extLst>
              <a:ext uri="{FF2B5EF4-FFF2-40B4-BE49-F238E27FC236}">
                <a16:creationId xmlns:a16="http://schemas.microsoft.com/office/drawing/2014/main" id="{AB1CC324-8E3D-483E-805D-0FFE979ACFBE}"/>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6435" name="Marcador de Posição da Data 3">
            <a:extLst>
              <a:ext uri="{FF2B5EF4-FFF2-40B4-BE49-F238E27FC236}">
                <a16:creationId xmlns:a16="http://schemas.microsoft.com/office/drawing/2014/main" id="{5F15DF6A-C6D5-41E2-B66D-0601349B432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6436" name="Marcador de Posição do Número do Diapositivo 4">
            <a:extLst>
              <a:ext uri="{FF2B5EF4-FFF2-40B4-BE49-F238E27FC236}">
                <a16:creationId xmlns:a16="http://schemas.microsoft.com/office/drawing/2014/main" id="{ECEFCDA3-07B2-4EF8-A5DA-25670F6ABB9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A697BA-EC33-45C1-9B89-475A6258EE2E}" type="slidenum">
              <a:rPr lang="en-US" altLang="pt-PT">
                <a:latin typeface="Lucida Calligraphy" panose="03010101010101010101" pitchFamily="66" charset="0"/>
              </a:rPr>
              <a:pPr eaLnBrk="1" hangingPunct="1"/>
              <a:t>54</a:t>
            </a:fld>
            <a:endParaRPr lang="en-US" altLang="pt-PT">
              <a:latin typeface="Lucida Calligraphy" panose="03010101010101010101" pitchFamily="66" charset="0"/>
            </a:endParaRPr>
          </a:p>
        </p:txBody>
      </p:sp>
      <p:pic>
        <p:nvPicPr>
          <p:cNvPr id="146437" name="Picture 2">
            <a:extLst>
              <a:ext uri="{FF2B5EF4-FFF2-40B4-BE49-F238E27FC236}">
                <a16:creationId xmlns:a16="http://schemas.microsoft.com/office/drawing/2014/main" id="{E1F1BB3E-0B75-4B34-8B28-DA5B642169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06229" y="1237060"/>
            <a:ext cx="5726906" cy="3298031"/>
          </a:xfrm>
          <a:noFill/>
        </p:spPr>
      </p:pic>
    </p:spTree>
    <p:extLst>
      <p:ext uri="{BB962C8B-B14F-4D97-AF65-F5344CB8AC3E}">
        <p14:creationId xmlns:p14="http://schemas.microsoft.com/office/powerpoint/2010/main" val="4254537711"/>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ítulo 1">
            <a:extLst>
              <a:ext uri="{FF2B5EF4-FFF2-40B4-BE49-F238E27FC236}">
                <a16:creationId xmlns:a16="http://schemas.microsoft.com/office/drawing/2014/main" id="{CECFAC0E-AE06-4BF1-9BD8-170E503DA47D}"/>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7459" name="Marcador de Posição da Data 3">
            <a:extLst>
              <a:ext uri="{FF2B5EF4-FFF2-40B4-BE49-F238E27FC236}">
                <a16:creationId xmlns:a16="http://schemas.microsoft.com/office/drawing/2014/main" id="{3FD6F44C-2E33-45E2-8689-BBB6BE7ADCA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7460" name="Marcador de Posição do Número do Diapositivo 4">
            <a:extLst>
              <a:ext uri="{FF2B5EF4-FFF2-40B4-BE49-F238E27FC236}">
                <a16:creationId xmlns:a16="http://schemas.microsoft.com/office/drawing/2014/main" id="{5F92E524-828D-4CD5-BBCD-FB4CEBEC629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E00E28-B138-4C35-8923-A4A938C1E031}" type="slidenum">
              <a:rPr lang="en-US" altLang="pt-PT">
                <a:latin typeface="Lucida Calligraphy" panose="03010101010101010101" pitchFamily="66" charset="0"/>
              </a:rPr>
              <a:pPr eaLnBrk="1" hangingPunct="1"/>
              <a:t>55</a:t>
            </a:fld>
            <a:endParaRPr lang="en-US" altLang="pt-PT">
              <a:latin typeface="Lucida Calligraphy" panose="03010101010101010101" pitchFamily="66" charset="0"/>
            </a:endParaRPr>
          </a:p>
        </p:txBody>
      </p:sp>
      <p:pic>
        <p:nvPicPr>
          <p:cNvPr id="147461" name="Picture 2">
            <a:extLst>
              <a:ext uri="{FF2B5EF4-FFF2-40B4-BE49-F238E27FC236}">
                <a16:creationId xmlns:a16="http://schemas.microsoft.com/office/drawing/2014/main" id="{FDA77CBE-B38D-4CC4-8387-52BB0C6EE2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36019" y="1237060"/>
            <a:ext cx="5267325" cy="3298031"/>
          </a:xfrm>
          <a:noFill/>
        </p:spPr>
      </p:pic>
    </p:spTree>
    <p:extLst>
      <p:ext uri="{BB962C8B-B14F-4D97-AF65-F5344CB8AC3E}">
        <p14:creationId xmlns:p14="http://schemas.microsoft.com/office/powerpoint/2010/main" val="271826151"/>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ítulo 1">
            <a:extLst>
              <a:ext uri="{FF2B5EF4-FFF2-40B4-BE49-F238E27FC236}">
                <a16:creationId xmlns:a16="http://schemas.microsoft.com/office/drawing/2014/main" id="{42194F92-1DF4-45F9-A6D1-D764B171A248}"/>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8483" name="Marcador de Posição da Data 3">
            <a:extLst>
              <a:ext uri="{FF2B5EF4-FFF2-40B4-BE49-F238E27FC236}">
                <a16:creationId xmlns:a16="http://schemas.microsoft.com/office/drawing/2014/main" id="{AD1990B5-E7BE-420E-86DB-D17A57F4391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8484" name="Marcador de Posição do Número do Diapositivo 4">
            <a:extLst>
              <a:ext uri="{FF2B5EF4-FFF2-40B4-BE49-F238E27FC236}">
                <a16:creationId xmlns:a16="http://schemas.microsoft.com/office/drawing/2014/main" id="{5D9E272F-FA1A-4803-9831-9062D2D97068}"/>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4088DA-A0F5-4EC9-BB08-E7F1593A60EF}" type="slidenum">
              <a:rPr lang="en-US" altLang="pt-PT">
                <a:latin typeface="Lucida Calligraphy" panose="03010101010101010101" pitchFamily="66" charset="0"/>
              </a:rPr>
              <a:pPr eaLnBrk="1" hangingPunct="1"/>
              <a:t>56</a:t>
            </a:fld>
            <a:endParaRPr lang="en-US" altLang="pt-PT">
              <a:latin typeface="Lucida Calligraphy" panose="03010101010101010101" pitchFamily="66" charset="0"/>
            </a:endParaRPr>
          </a:p>
        </p:txBody>
      </p:sp>
      <p:pic>
        <p:nvPicPr>
          <p:cNvPr id="148485" name="Picture 2">
            <a:extLst>
              <a:ext uri="{FF2B5EF4-FFF2-40B4-BE49-F238E27FC236}">
                <a16:creationId xmlns:a16="http://schemas.microsoft.com/office/drawing/2014/main" id="{EB89B376-C8DC-4BCB-B043-F2F5884BA5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36019" y="1646635"/>
            <a:ext cx="5267325" cy="2478881"/>
          </a:xfrm>
          <a:noFill/>
        </p:spPr>
      </p:pic>
    </p:spTree>
    <p:extLst>
      <p:ext uri="{BB962C8B-B14F-4D97-AF65-F5344CB8AC3E}">
        <p14:creationId xmlns:p14="http://schemas.microsoft.com/office/powerpoint/2010/main" val="1844264956"/>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ítulo 1">
            <a:extLst>
              <a:ext uri="{FF2B5EF4-FFF2-40B4-BE49-F238E27FC236}">
                <a16:creationId xmlns:a16="http://schemas.microsoft.com/office/drawing/2014/main" id="{035AF0B0-3103-40B6-A94A-23CEFED1E6BD}"/>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49507" name="Marcador de Posição da Data 3">
            <a:extLst>
              <a:ext uri="{FF2B5EF4-FFF2-40B4-BE49-F238E27FC236}">
                <a16:creationId xmlns:a16="http://schemas.microsoft.com/office/drawing/2014/main" id="{9E478972-DC51-49C0-8B5D-AA2301DC5589}"/>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49508" name="Marcador de Posição do Número do Diapositivo 4">
            <a:extLst>
              <a:ext uri="{FF2B5EF4-FFF2-40B4-BE49-F238E27FC236}">
                <a16:creationId xmlns:a16="http://schemas.microsoft.com/office/drawing/2014/main" id="{99C94BC7-F8E9-43B7-9903-231FF73365F8}"/>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82C962-BF8A-43D1-A9F8-D8C36BECF6DE}" type="slidenum">
              <a:rPr lang="en-US" altLang="pt-PT">
                <a:latin typeface="Lucida Calligraphy" panose="03010101010101010101" pitchFamily="66" charset="0"/>
              </a:rPr>
              <a:pPr eaLnBrk="1" hangingPunct="1"/>
              <a:t>57</a:t>
            </a:fld>
            <a:endParaRPr lang="en-US" altLang="pt-PT">
              <a:latin typeface="Lucida Calligraphy" panose="03010101010101010101" pitchFamily="66" charset="0"/>
            </a:endParaRPr>
          </a:p>
        </p:txBody>
      </p:sp>
      <p:pic>
        <p:nvPicPr>
          <p:cNvPr id="149509" name="Picture 2">
            <a:extLst>
              <a:ext uri="{FF2B5EF4-FFF2-40B4-BE49-F238E27FC236}">
                <a16:creationId xmlns:a16="http://schemas.microsoft.com/office/drawing/2014/main" id="{EB14646C-8E78-4D14-ACC3-4AA4548D5A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71737" y="1646635"/>
            <a:ext cx="5195888" cy="2478881"/>
          </a:xfrm>
          <a:noFill/>
        </p:spPr>
      </p:pic>
    </p:spTree>
    <p:extLst>
      <p:ext uri="{BB962C8B-B14F-4D97-AF65-F5344CB8AC3E}">
        <p14:creationId xmlns:p14="http://schemas.microsoft.com/office/powerpoint/2010/main" val="1608649837"/>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ítulo 1">
            <a:extLst>
              <a:ext uri="{FF2B5EF4-FFF2-40B4-BE49-F238E27FC236}">
                <a16:creationId xmlns:a16="http://schemas.microsoft.com/office/drawing/2014/main" id="{12B58B36-457F-4C1D-ADA9-4B4D83C99F22}"/>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0531" name="Marcador de Posição da Data 3">
            <a:extLst>
              <a:ext uri="{FF2B5EF4-FFF2-40B4-BE49-F238E27FC236}">
                <a16:creationId xmlns:a16="http://schemas.microsoft.com/office/drawing/2014/main" id="{1649F5AA-9451-494D-A424-E8C0EB7E601D}"/>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0532" name="Marcador de Posição do Número do Diapositivo 4">
            <a:extLst>
              <a:ext uri="{FF2B5EF4-FFF2-40B4-BE49-F238E27FC236}">
                <a16:creationId xmlns:a16="http://schemas.microsoft.com/office/drawing/2014/main" id="{8358E54A-10C4-4214-A1BD-5A20FB27E30A}"/>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8463F4-1D39-46E3-949A-5F3F4F27811D}" type="slidenum">
              <a:rPr lang="en-US" altLang="pt-PT">
                <a:latin typeface="Lucida Calligraphy" panose="03010101010101010101" pitchFamily="66" charset="0"/>
              </a:rPr>
              <a:pPr eaLnBrk="1" hangingPunct="1"/>
              <a:t>58</a:t>
            </a:fld>
            <a:endParaRPr lang="en-US" altLang="pt-PT">
              <a:latin typeface="Lucida Calligraphy" panose="03010101010101010101" pitchFamily="66" charset="0"/>
            </a:endParaRPr>
          </a:p>
        </p:txBody>
      </p:sp>
      <p:pic>
        <p:nvPicPr>
          <p:cNvPr id="150533" name="Picture 2">
            <a:extLst>
              <a:ext uri="{FF2B5EF4-FFF2-40B4-BE49-F238E27FC236}">
                <a16:creationId xmlns:a16="http://schemas.microsoft.com/office/drawing/2014/main" id="{8CDB1BB5-9CBB-42AB-9B1F-25187A4A3C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87253" y="1646635"/>
            <a:ext cx="4566047" cy="2478881"/>
          </a:xfrm>
          <a:noFill/>
        </p:spPr>
      </p:pic>
    </p:spTree>
    <p:extLst>
      <p:ext uri="{BB962C8B-B14F-4D97-AF65-F5344CB8AC3E}">
        <p14:creationId xmlns:p14="http://schemas.microsoft.com/office/powerpoint/2010/main" val="571963724"/>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ítulo 1">
            <a:extLst>
              <a:ext uri="{FF2B5EF4-FFF2-40B4-BE49-F238E27FC236}">
                <a16:creationId xmlns:a16="http://schemas.microsoft.com/office/drawing/2014/main" id="{B72BAFED-A6DD-4E3B-8D86-BBC81BE27222}"/>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1555" name="Marcador de Posição da Data 3">
            <a:extLst>
              <a:ext uri="{FF2B5EF4-FFF2-40B4-BE49-F238E27FC236}">
                <a16:creationId xmlns:a16="http://schemas.microsoft.com/office/drawing/2014/main" id="{200AAFFC-70FE-460B-84D4-8C144235F138}"/>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1556" name="Marcador de Posição do Número do Diapositivo 4">
            <a:extLst>
              <a:ext uri="{FF2B5EF4-FFF2-40B4-BE49-F238E27FC236}">
                <a16:creationId xmlns:a16="http://schemas.microsoft.com/office/drawing/2014/main" id="{B14601B2-74DE-46F0-B962-EC7871634F5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E31B9F-1769-496F-8FCB-A50309D39967}" type="slidenum">
              <a:rPr lang="en-US" altLang="pt-PT">
                <a:latin typeface="Lucida Calligraphy" panose="03010101010101010101" pitchFamily="66" charset="0"/>
              </a:rPr>
              <a:pPr eaLnBrk="1" hangingPunct="1"/>
              <a:t>59</a:t>
            </a:fld>
            <a:endParaRPr lang="en-US" altLang="pt-PT">
              <a:latin typeface="Lucida Calligraphy" panose="03010101010101010101" pitchFamily="66" charset="0"/>
            </a:endParaRPr>
          </a:p>
        </p:txBody>
      </p:sp>
      <p:pic>
        <p:nvPicPr>
          <p:cNvPr id="151557" name="Picture 2">
            <a:extLst>
              <a:ext uri="{FF2B5EF4-FFF2-40B4-BE49-F238E27FC236}">
                <a16:creationId xmlns:a16="http://schemas.microsoft.com/office/drawing/2014/main" id="{37259477-4AF2-4F16-8A99-7FCA88754A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87253" y="1708548"/>
            <a:ext cx="4566047" cy="2355056"/>
          </a:xfrm>
          <a:noFill/>
        </p:spPr>
      </p:pic>
      <p:pic>
        <p:nvPicPr>
          <p:cNvPr id="151558" name="Picture 3">
            <a:extLst>
              <a:ext uri="{FF2B5EF4-FFF2-40B4-BE49-F238E27FC236}">
                <a16:creationId xmlns:a16="http://schemas.microsoft.com/office/drawing/2014/main" id="{644930BA-9C1D-416A-A047-2E41E43A4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072" y="984647"/>
            <a:ext cx="6423422"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4908264"/>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ítulo 1">
            <a:extLst>
              <a:ext uri="{FF2B5EF4-FFF2-40B4-BE49-F238E27FC236}">
                <a16:creationId xmlns:a16="http://schemas.microsoft.com/office/drawing/2014/main" id="{900E8C2F-BDA0-449E-B031-5BA63BF34AE4}"/>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2579" name="Marcador de Posição da Data 3">
            <a:extLst>
              <a:ext uri="{FF2B5EF4-FFF2-40B4-BE49-F238E27FC236}">
                <a16:creationId xmlns:a16="http://schemas.microsoft.com/office/drawing/2014/main" id="{458DF69E-BAAF-409D-B7B4-0B418B9A765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2580" name="Marcador de Posição do Número do Diapositivo 4">
            <a:extLst>
              <a:ext uri="{FF2B5EF4-FFF2-40B4-BE49-F238E27FC236}">
                <a16:creationId xmlns:a16="http://schemas.microsoft.com/office/drawing/2014/main" id="{E2AB0B60-B5BF-4EB3-A65B-12D1106AEEC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7B6412-FA07-49AA-92EC-83ECE5E15385}" type="slidenum">
              <a:rPr lang="en-US" altLang="pt-PT">
                <a:latin typeface="Lucida Calligraphy" panose="03010101010101010101" pitchFamily="66" charset="0"/>
              </a:rPr>
              <a:pPr eaLnBrk="1" hangingPunct="1"/>
              <a:t>60</a:t>
            </a:fld>
            <a:endParaRPr lang="en-US" altLang="pt-PT">
              <a:latin typeface="Lucida Calligraphy" panose="03010101010101010101" pitchFamily="66" charset="0"/>
            </a:endParaRPr>
          </a:p>
        </p:txBody>
      </p:sp>
      <p:pic>
        <p:nvPicPr>
          <p:cNvPr id="152581" name="Picture 3">
            <a:extLst>
              <a:ext uri="{FF2B5EF4-FFF2-40B4-BE49-F238E27FC236}">
                <a16:creationId xmlns:a16="http://schemas.microsoft.com/office/drawing/2014/main" id="{1C2167CA-3F5D-48B6-AF16-F66E26F938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14438"/>
            <a:ext cx="6093619" cy="3343275"/>
          </a:xfrm>
          <a:noFill/>
        </p:spPr>
      </p:pic>
    </p:spTree>
    <p:extLst>
      <p:ext uri="{BB962C8B-B14F-4D97-AF65-F5344CB8AC3E}">
        <p14:creationId xmlns:p14="http://schemas.microsoft.com/office/powerpoint/2010/main" val="1142690856"/>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ítulo 1">
            <a:extLst>
              <a:ext uri="{FF2B5EF4-FFF2-40B4-BE49-F238E27FC236}">
                <a16:creationId xmlns:a16="http://schemas.microsoft.com/office/drawing/2014/main" id="{1D5A7A6D-66A4-4B83-A665-0AB6D84EA517}"/>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3603" name="Marcador de Posição de Conteúdo 2">
            <a:extLst>
              <a:ext uri="{FF2B5EF4-FFF2-40B4-BE49-F238E27FC236}">
                <a16:creationId xmlns:a16="http://schemas.microsoft.com/office/drawing/2014/main" id="{22086B53-3A9D-4F82-AA83-6CAF4BF7486C}"/>
              </a:ext>
            </a:extLst>
          </p:cNvPr>
          <p:cNvSpPr>
            <a:spLocks noGrp="1"/>
          </p:cNvSpPr>
          <p:nvPr>
            <p:ph idx="1"/>
          </p:nvPr>
        </p:nvSpPr>
        <p:spPr/>
        <p:txBody>
          <a:bodyPr>
            <a:normAutofit fontScale="70000" lnSpcReduction="20000"/>
          </a:bodyPr>
          <a:lstStyle/>
          <a:p>
            <a:r>
              <a:rPr altLang="pt-PT"/>
              <a:t>As ACLs estendidas são mais utilizadas que as ACLs padrão porque fornecem um intervalo maior de controle e, por isso, acrescentam à sua solução de segurança. Assim como as ACLs padrão, as ACLs estendidas verificam os endereços do pacote de origem, mas também verificam o endereço de destino, protocolos e números de porta (ou serviços). Isso proporciona um número maior de critérios nos quais a ACL se baseia. </a:t>
            </a:r>
          </a:p>
          <a:p>
            <a:r>
              <a:rPr altLang="pt-PT"/>
              <a:t>Por exemplo, uma ACL estendida pode permitir tráfego de email simultaneamente de uma rede para um destino específico enquanto nega transferências de arquivos e navegação na Web. </a:t>
            </a:r>
          </a:p>
        </p:txBody>
      </p:sp>
      <p:sp>
        <p:nvSpPr>
          <p:cNvPr id="153604" name="Marcador de Posição da Data 3">
            <a:extLst>
              <a:ext uri="{FF2B5EF4-FFF2-40B4-BE49-F238E27FC236}">
                <a16:creationId xmlns:a16="http://schemas.microsoft.com/office/drawing/2014/main" id="{2007A1C0-0B07-4AD0-B119-7D811A9A05E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3605" name="Marcador de Posição do Número do Diapositivo 4">
            <a:extLst>
              <a:ext uri="{FF2B5EF4-FFF2-40B4-BE49-F238E27FC236}">
                <a16:creationId xmlns:a16="http://schemas.microsoft.com/office/drawing/2014/main" id="{D31B14BF-F9B0-471E-9D48-69851DB9A771}"/>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313095-B086-4E5E-9EA8-CDE625D3940D}" type="slidenum">
              <a:rPr lang="en-US" altLang="pt-PT">
                <a:latin typeface="Lucida Calligraphy" panose="03010101010101010101" pitchFamily="66" charset="0"/>
              </a:rPr>
              <a:pPr eaLnBrk="1" hangingPunct="1"/>
              <a:t>61</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893821423"/>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ítulo 1">
            <a:extLst>
              <a:ext uri="{FF2B5EF4-FFF2-40B4-BE49-F238E27FC236}">
                <a16:creationId xmlns:a16="http://schemas.microsoft.com/office/drawing/2014/main" id="{C250A4CC-58F3-4215-81A6-1AB4AC34A1E4}"/>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4627" name="Marcador de Posição da Data 3">
            <a:extLst>
              <a:ext uri="{FF2B5EF4-FFF2-40B4-BE49-F238E27FC236}">
                <a16:creationId xmlns:a16="http://schemas.microsoft.com/office/drawing/2014/main" id="{F80D2F20-850C-4098-90D2-09EF401D199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4628" name="Marcador de Posição do Número do Diapositivo 4">
            <a:extLst>
              <a:ext uri="{FF2B5EF4-FFF2-40B4-BE49-F238E27FC236}">
                <a16:creationId xmlns:a16="http://schemas.microsoft.com/office/drawing/2014/main" id="{7921F5DA-2796-4E9C-83C5-297026B09E5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FDE00C-B121-4A9D-ADF6-E206D0CA7D5D}" type="slidenum">
              <a:rPr lang="en-US" altLang="pt-PT">
                <a:latin typeface="Lucida Calligraphy" panose="03010101010101010101" pitchFamily="66" charset="0"/>
              </a:rPr>
              <a:pPr eaLnBrk="1" hangingPunct="1"/>
              <a:t>62</a:t>
            </a:fld>
            <a:endParaRPr lang="en-US" altLang="pt-PT">
              <a:latin typeface="Lucida Calligraphy" panose="03010101010101010101" pitchFamily="66" charset="0"/>
            </a:endParaRPr>
          </a:p>
        </p:txBody>
      </p:sp>
      <p:pic>
        <p:nvPicPr>
          <p:cNvPr id="154629" name="Picture 2">
            <a:extLst>
              <a:ext uri="{FF2B5EF4-FFF2-40B4-BE49-F238E27FC236}">
                <a16:creationId xmlns:a16="http://schemas.microsoft.com/office/drawing/2014/main" id="{776F85E7-AC27-4E08-ACE8-158FA1C096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82404" y="1446610"/>
            <a:ext cx="5974556" cy="2878931"/>
          </a:xfrm>
          <a:noFill/>
        </p:spPr>
      </p:pic>
    </p:spTree>
    <p:extLst>
      <p:ext uri="{BB962C8B-B14F-4D97-AF65-F5344CB8AC3E}">
        <p14:creationId xmlns:p14="http://schemas.microsoft.com/office/powerpoint/2010/main" val="555936196"/>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ítulo 1">
            <a:extLst>
              <a:ext uri="{FF2B5EF4-FFF2-40B4-BE49-F238E27FC236}">
                <a16:creationId xmlns:a16="http://schemas.microsoft.com/office/drawing/2014/main" id="{6F84C55F-F471-4457-A131-78F9A44B6F10}"/>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5651" name="Marcador de Posição da Data 3">
            <a:extLst>
              <a:ext uri="{FF2B5EF4-FFF2-40B4-BE49-F238E27FC236}">
                <a16:creationId xmlns:a16="http://schemas.microsoft.com/office/drawing/2014/main" id="{087C5ED0-E45F-45BA-8ACE-A6539DD0D885}"/>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5652" name="Marcador de Posição do Número do Diapositivo 4">
            <a:extLst>
              <a:ext uri="{FF2B5EF4-FFF2-40B4-BE49-F238E27FC236}">
                <a16:creationId xmlns:a16="http://schemas.microsoft.com/office/drawing/2014/main" id="{A2420220-562E-41F3-9FDC-E76B07CB643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610C25-C222-4370-BAF6-7F56D3BBD763}" type="slidenum">
              <a:rPr lang="en-US" altLang="pt-PT">
                <a:latin typeface="Lucida Calligraphy" panose="03010101010101010101" pitchFamily="66" charset="0"/>
              </a:rPr>
              <a:pPr eaLnBrk="1" hangingPunct="1"/>
              <a:t>63</a:t>
            </a:fld>
            <a:endParaRPr lang="en-US" altLang="pt-PT">
              <a:latin typeface="Lucida Calligraphy" panose="03010101010101010101" pitchFamily="66" charset="0"/>
            </a:endParaRPr>
          </a:p>
        </p:txBody>
      </p:sp>
      <p:pic>
        <p:nvPicPr>
          <p:cNvPr id="155653" name="Picture 2">
            <a:extLst>
              <a:ext uri="{FF2B5EF4-FFF2-40B4-BE49-F238E27FC236}">
                <a16:creationId xmlns:a16="http://schemas.microsoft.com/office/drawing/2014/main" id="{D4CCCE00-DD65-4E72-9A44-4FBB3E8798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189435"/>
            <a:ext cx="6093619" cy="3393281"/>
          </a:xfrm>
          <a:noFill/>
        </p:spPr>
      </p:pic>
    </p:spTree>
    <p:extLst>
      <p:ext uri="{BB962C8B-B14F-4D97-AF65-F5344CB8AC3E}">
        <p14:creationId xmlns:p14="http://schemas.microsoft.com/office/powerpoint/2010/main" val="2690418424"/>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ítulo 1">
            <a:extLst>
              <a:ext uri="{FF2B5EF4-FFF2-40B4-BE49-F238E27FC236}">
                <a16:creationId xmlns:a16="http://schemas.microsoft.com/office/drawing/2014/main" id="{E03FFDC1-55F0-4D90-898E-C2D560D91CA7}"/>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6675" name="Marcador de Posição da Data 3">
            <a:extLst>
              <a:ext uri="{FF2B5EF4-FFF2-40B4-BE49-F238E27FC236}">
                <a16:creationId xmlns:a16="http://schemas.microsoft.com/office/drawing/2014/main" id="{43E15957-55B7-4006-A556-213741653F3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6676" name="Marcador de Posição do Número do Diapositivo 4">
            <a:extLst>
              <a:ext uri="{FF2B5EF4-FFF2-40B4-BE49-F238E27FC236}">
                <a16:creationId xmlns:a16="http://schemas.microsoft.com/office/drawing/2014/main" id="{37FA45A0-BBA3-49BB-9606-45CDE6CBF912}"/>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F9C634-900C-4BC7-9ABE-78E866BF4A4F}" type="slidenum">
              <a:rPr lang="en-US" altLang="pt-PT">
                <a:latin typeface="Lucida Calligraphy" panose="03010101010101010101" pitchFamily="66" charset="0"/>
              </a:rPr>
              <a:pPr eaLnBrk="1" hangingPunct="1"/>
              <a:t>64</a:t>
            </a:fld>
            <a:endParaRPr lang="en-US" altLang="pt-PT">
              <a:latin typeface="Lucida Calligraphy" panose="03010101010101010101" pitchFamily="66" charset="0"/>
            </a:endParaRPr>
          </a:p>
        </p:txBody>
      </p:sp>
      <p:pic>
        <p:nvPicPr>
          <p:cNvPr id="156677" name="Picture 2">
            <a:extLst>
              <a:ext uri="{FF2B5EF4-FFF2-40B4-BE49-F238E27FC236}">
                <a16:creationId xmlns:a16="http://schemas.microsoft.com/office/drawing/2014/main" id="{3D797A82-3DD8-49C5-9496-8FD0D514F0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31231" y="1189435"/>
            <a:ext cx="5678091" cy="3393281"/>
          </a:xfrm>
          <a:noFill/>
        </p:spPr>
      </p:pic>
    </p:spTree>
    <p:extLst>
      <p:ext uri="{BB962C8B-B14F-4D97-AF65-F5344CB8AC3E}">
        <p14:creationId xmlns:p14="http://schemas.microsoft.com/office/powerpoint/2010/main" val="4108664951"/>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ítulo 1">
            <a:extLst>
              <a:ext uri="{FF2B5EF4-FFF2-40B4-BE49-F238E27FC236}">
                <a16:creationId xmlns:a16="http://schemas.microsoft.com/office/drawing/2014/main" id="{8AAF4EEC-1158-43B1-A1F0-FE51496846E1}"/>
              </a:ext>
            </a:extLst>
          </p:cNvPr>
          <p:cNvSpPr>
            <a:spLocks noGrp="1"/>
          </p:cNvSpPr>
          <p:nvPr>
            <p:ph type="title"/>
          </p:nvPr>
        </p:nvSpPr>
        <p:spPr>
          <a:xfrm>
            <a:off x="457200" y="51470"/>
            <a:ext cx="8229600" cy="857250"/>
          </a:xfrm>
        </p:spPr>
        <p:txBody>
          <a:bodyPr/>
          <a:lstStyle/>
          <a:p>
            <a:r>
              <a:rPr altLang="pt-PT" dirty="0" err="1">
                <a:solidFill>
                  <a:srgbClr val="92D050"/>
                </a:solidFill>
              </a:rPr>
              <a:t>Segurança</a:t>
            </a:r>
            <a:r>
              <a:rPr altLang="pt-PT" dirty="0">
                <a:solidFill>
                  <a:srgbClr val="92D050"/>
                </a:solidFill>
              </a:rPr>
              <a:t> </a:t>
            </a:r>
            <a:r>
              <a:rPr altLang="pt-PT" dirty="0" err="1">
                <a:solidFill>
                  <a:srgbClr val="92D050"/>
                </a:solidFill>
              </a:rPr>
              <a:t>em</a:t>
            </a:r>
            <a:r>
              <a:rPr altLang="pt-PT" dirty="0">
                <a:solidFill>
                  <a:srgbClr val="92D050"/>
                </a:solidFill>
              </a:rPr>
              <a:t> </a:t>
            </a:r>
            <a:r>
              <a:rPr altLang="pt-PT" dirty="0" err="1">
                <a:solidFill>
                  <a:srgbClr val="92D050"/>
                </a:solidFill>
              </a:rPr>
              <a:t>Redes</a:t>
            </a:r>
            <a:endParaRPr altLang="pt-PT" dirty="0">
              <a:solidFill>
                <a:srgbClr val="92D050"/>
              </a:solidFill>
            </a:endParaRPr>
          </a:p>
        </p:txBody>
      </p:sp>
      <p:sp>
        <p:nvSpPr>
          <p:cNvPr id="157699" name="Marcador de Posição da Data 3">
            <a:extLst>
              <a:ext uri="{FF2B5EF4-FFF2-40B4-BE49-F238E27FC236}">
                <a16:creationId xmlns:a16="http://schemas.microsoft.com/office/drawing/2014/main" id="{F0EA4168-6A5C-42FC-8F60-099A918437BF}"/>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7700" name="Marcador de Posição do Número do Diapositivo 4">
            <a:extLst>
              <a:ext uri="{FF2B5EF4-FFF2-40B4-BE49-F238E27FC236}">
                <a16:creationId xmlns:a16="http://schemas.microsoft.com/office/drawing/2014/main" id="{86E73449-5BAD-4992-A438-E423E41C762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932898-3E52-4387-9679-B2EB990A8248}" type="slidenum">
              <a:rPr lang="en-US" altLang="pt-PT">
                <a:latin typeface="Lucida Calligraphy" panose="03010101010101010101" pitchFamily="66" charset="0"/>
              </a:rPr>
              <a:pPr eaLnBrk="1" hangingPunct="1"/>
              <a:t>65</a:t>
            </a:fld>
            <a:endParaRPr lang="en-US" altLang="pt-PT">
              <a:latin typeface="Lucida Calligraphy" panose="03010101010101010101" pitchFamily="66" charset="0"/>
            </a:endParaRPr>
          </a:p>
        </p:txBody>
      </p:sp>
      <p:pic>
        <p:nvPicPr>
          <p:cNvPr id="157701" name="Picture 2">
            <a:extLst>
              <a:ext uri="{FF2B5EF4-FFF2-40B4-BE49-F238E27FC236}">
                <a16:creationId xmlns:a16="http://schemas.microsoft.com/office/drawing/2014/main" id="{5B59D5D1-5975-463B-B6B5-423F0ABA14D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38375" y="1085850"/>
            <a:ext cx="5662613" cy="3600450"/>
          </a:xfrm>
          <a:noFill/>
        </p:spPr>
      </p:pic>
    </p:spTree>
    <p:extLst>
      <p:ext uri="{BB962C8B-B14F-4D97-AF65-F5344CB8AC3E}">
        <p14:creationId xmlns:p14="http://schemas.microsoft.com/office/powerpoint/2010/main" val="726156503"/>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F13C3E-C707-417B-87F9-56764239E176}"/>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58723" name="Marcador de Posição de Conteúdo 2">
            <a:extLst>
              <a:ext uri="{FF2B5EF4-FFF2-40B4-BE49-F238E27FC236}">
                <a16:creationId xmlns:a16="http://schemas.microsoft.com/office/drawing/2014/main" id="{5D76EDA4-1494-49CC-B4B3-924C80D36FED}"/>
              </a:ext>
            </a:extLst>
          </p:cNvPr>
          <p:cNvSpPr>
            <a:spLocks noGrp="1"/>
          </p:cNvSpPr>
          <p:nvPr>
            <p:ph idx="1"/>
          </p:nvPr>
        </p:nvSpPr>
        <p:spPr/>
        <p:txBody>
          <a:bodyPr/>
          <a:lstStyle/>
          <a:p>
            <a:r>
              <a:rPr altLang="pt-PT"/>
              <a:t>As ACLs padrão e estendidas podem se tornar a base para ACLs complexas, que fornecem funcionalidade adicional.</a:t>
            </a:r>
          </a:p>
        </p:txBody>
      </p:sp>
      <p:sp>
        <p:nvSpPr>
          <p:cNvPr id="158724" name="Marcador de Posição da Data 3">
            <a:extLst>
              <a:ext uri="{FF2B5EF4-FFF2-40B4-BE49-F238E27FC236}">
                <a16:creationId xmlns:a16="http://schemas.microsoft.com/office/drawing/2014/main" id="{04B64017-1778-47BE-8AC3-4FB8529B731C}"/>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8725" name="Marcador de Posição do Número do Diapositivo 4">
            <a:extLst>
              <a:ext uri="{FF2B5EF4-FFF2-40B4-BE49-F238E27FC236}">
                <a16:creationId xmlns:a16="http://schemas.microsoft.com/office/drawing/2014/main" id="{E162FD88-7FAF-49AE-AB27-8F05856BACC4}"/>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196376-8D8F-4E39-8FAB-4E2EFE029D1D}" type="slidenum">
              <a:rPr lang="en-US" altLang="pt-PT">
                <a:latin typeface="Lucida Calligraphy" panose="03010101010101010101" pitchFamily="66" charset="0"/>
              </a:rPr>
              <a:pPr eaLnBrk="1" hangingPunct="1"/>
              <a:t>66</a:t>
            </a:fld>
            <a:endParaRPr lang="en-US" altLang="pt-PT">
              <a:latin typeface="Lucida Calligraphy" panose="03010101010101010101" pitchFamily="66" charset="0"/>
            </a:endParaRPr>
          </a:p>
        </p:txBody>
      </p:sp>
      <p:pic>
        <p:nvPicPr>
          <p:cNvPr id="158726" name="Picture 2">
            <a:extLst>
              <a:ext uri="{FF2B5EF4-FFF2-40B4-BE49-F238E27FC236}">
                <a16:creationId xmlns:a16="http://schemas.microsoft.com/office/drawing/2014/main" id="{67889FA4-BA2E-443F-8BC6-35F4D05E3C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988" y="2842023"/>
            <a:ext cx="6160294" cy="123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1091671"/>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018F6F-26FF-4D5F-9EF1-AF4030F98D87}"/>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6000" dirty="0">
              <a:solidFill>
                <a:srgbClr val="92D050"/>
              </a:solidFill>
            </a:endParaRPr>
          </a:p>
        </p:txBody>
      </p:sp>
      <p:sp>
        <p:nvSpPr>
          <p:cNvPr id="159747" name="Marcador de Posição de Conteúdo 2">
            <a:extLst>
              <a:ext uri="{FF2B5EF4-FFF2-40B4-BE49-F238E27FC236}">
                <a16:creationId xmlns:a16="http://schemas.microsoft.com/office/drawing/2014/main" id="{C671C332-72AF-485F-8AC5-CD82DF75A1EA}"/>
              </a:ext>
            </a:extLst>
          </p:cNvPr>
          <p:cNvSpPr>
            <a:spLocks noGrp="1"/>
          </p:cNvSpPr>
          <p:nvPr>
            <p:ph idx="1"/>
          </p:nvPr>
        </p:nvSpPr>
        <p:spPr/>
        <p:txBody>
          <a:bodyPr/>
          <a:lstStyle/>
          <a:p>
            <a:r>
              <a:rPr altLang="pt-PT" sz="1500"/>
              <a:t>O que são ACLs dinâmicas?</a:t>
            </a:r>
          </a:p>
          <a:p>
            <a:endParaRPr altLang="pt-PT" sz="1500"/>
          </a:p>
          <a:p>
            <a:r>
              <a:rPr altLang="pt-PT" sz="1500"/>
              <a:t>O lock-and-key é um recurso de segurança de filtragem de tráfego que utiliza ACLs dinâmicas, às vezes conhecidas como ACLs lock-and-key. O lock-and-key só está disponível para tráfego IP. As ACLs dinâmicas dependem da conectividade Telnet, da autenticação (local ou remota) e das ACLs estendidas.</a:t>
            </a:r>
          </a:p>
          <a:p>
            <a:r>
              <a:rPr altLang="pt-PT" sz="1500"/>
              <a:t>A configuração da ACL dinâmica começa com a aplicação de uma ACL estendida para bloquear tráfego no roteador. Os utilizadores que desejam atravessar o roteador são bloqueados pela ACL estendida até utilizarem Telnet para se conectar ao roteador e serem autenticados. A conexão Telnet é descartada, e uma ACL dinâmica de entrada única é adicionada à ACL estendida existente. Isso permite o tráfego durante um período específico; timeouts ociosos e absolutos são possíveis. </a:t>
            </a:r>
          </a:p>
        </p:txBody>
      </p:sp>
      <p:sp>
        <p:nvSpPr>
          <p:cNvPr id="159748" name="Marcador de Posição da Data 3">
            <a:extLst>
              <a:ext uri="{FF2B5EF4-FFF2-40B4-BE49-F238E27FC236}">
                <a16:creationId xmlns:a16="http://schemas.microsoft.com/office/drawing/2014/main" id="{43AE47DE-4DCC-4D7D-95A7-467062CF93A6}"/>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59749" name="Marcador de Posição do Número do Diapositivo 4">
            <a:extLst>
              <a:ext uri="{FF2B5EF4-FFF2-40B4-BE49-F238E27FC236}">
                <a16:creationId xmlns:a16="http://schemas.microsoft.com/office/drawing/2014/main" id="{A53A6E5F-8C6A-4022-9B23-4B45A985487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8B4000-9896-4F97-B816-1EB260987FA0}" type="slidenum">
              <a:rPr lang="en-US" altLang="pt-PT">
                <a:latin typeface="Lucida Calligraphy" panose="03010101010101010101" pitchFamily="66" charset="0"/>
              </a:rPr>
              <a:pPr eaLnBrk="1" hangingPunct="1"/>
              <a:t>67</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356560957"/>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57A53-577B-406C-A1AD-85CA8E9464A8}"/>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6000" dirty="0">
              <a:solidFill>
                <a:srgbClr val="92D050"/>
              </a:solidFill>
            </a:endParaRPr>
          </a:p>
        </p:txBody>
      </p:sp>
      <p:sp>
        <p:nvSpPr>
          <p:cNvPr id="160771" name="Marcador de Posição da Data 3">
            <a:extLst>
              <a:ext uri="{FF2B5EF4-FFF2-40B4-BE49-F238E27FC236}">
                <a16:creationId xmlns:a16="http://schemas.microsoft.com/office/drawing/2014/main" id="{5042C24C-C426-4D8D-82D8-4B5F717BA9D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0772" name="Marcador de Posição do Número do Diapositivo 4">
            <a:extLst>
              <a:ext uri="{FF2B5EF4-FFF2-40B4-BE49-F238E27FC236}">
                <a16:creationId xmlns:a16="http://schemas.microsoft.com/office/drawing/2014/main" id="{C0A09EB6-FE75-46AB-B16E-D98CB1B5223C}"/>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B0569D-DEDF-4DE3-AEE6-BED0977FF594}" type="slidenum">
              <a:rPr lang="en-US" altLang="pt-PT">
                <a:latin typeface="Lucida Calligraphy" panose="03010101010101010101" pitchFamily="66" charset="0"/>
              </a:rPr>
              <a:pPr eaLnBrk="1" hangingPunct="1"/>
              <a:t>68</a:t>
            </a:fld>
            <a:endParaRPr lang="en-US" altLang="pt-PT">
              <a:latin typeface="Lucida Calligraphy" panose="03010101010101010101" pitchFamily="66" charset="0"/>
            </a:endParaRPr>
          </a:p>
        </p:txBody>
      </p:sp>
      <p:pic>
        <p:nvPicPr>
          <p:cNvPr id="160773" name="Picture 2">
            <a:extLst>
              <a:ext uri="{FF2B5EF4-FFF2-40B4-BE49-F238E27FC236}">
                <a16:creationId xmlns:a16="http://schemas.microsoft.com/office/drawing/2014/main" id="{327D104F-6116-489A-B344-61A4258C70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62063"/>
            <a:ext cx="6093619" cy="3248025"/>
          </a:xfrm>
          <a:noFill/>
        </p:spPr>
      </p:pic>
    </p:spTree>
    <p:extLst>
      <p:ext uri="{BB962C8B-B14F-4D97-AF65-F5344CB8AC3E}">
        <p14:creationId xmlns:p14="http://schemas.microsoft.com/office/powerpoint/2010/main" val="113424546"/>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E6D9F6-2C64-4954-9DDA-D6570EC7FCA5}"/>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61795" name="Marcador de Posição de Conteúdo 2">
            <a:extLst>
              <a:ext uri="{FF2B5EF4-FFF2-40B4-BE49-F238E27FC236}">
                <a16:creationId xmlns:a16="http://schemas.microsoft.com/office/drawing/2014/main" id="{5936A7AC-6502-47E5-A16D-F3726B1AFD62}"/>
              </a:ext>
            </a:extLst>
          </p:cNvPr>
          <p:cNvSpPr>
            <a:spLocks noGrp="1"/>
          </p:cNvSpPr>
          <p:nvPr>
            <p:ph idx="1"/>
          </p:nvPr>
        </p:nvSpPr>
        <p:spPr/>
        <p:txBody>
          <a:bodyPr>
            <a:normAutofit fontScale="92500" lnSpcReduction="20000"/>
          </a:bodyPr>
          <a:lstStyle/>
          <a:p>
            <a:endParaRPr altLang="pt-PT"/>
          </a:p>
          <a:p>
            <a:r>
              <a:rPr altLang="pt-PT"/>
              <a:t>Considere um requisito para que um administrador de rede em PC1 obtenha acesso periódico à rede (192.168.30.0 /24) pelo roteador R3. </a:t>
            </a:r>
          </a:p>
          <a:p>
            <a:r>
              <a:rPr altLang="pt-PT"/>
              <a:t>Para facilitar esse requisito, uma ACL dinâmica é configurada na interface serial S0/0/1 no roteador R3. </a:t>
            </a:r>
          </a:p>
        </p:txBody>
      </p:sp>
      <p:sp>
        <p:nvSpPr>
          <p:cNvPr id="161796" name="Marcador de Posição da Data 3">
            <a:extLst>
              <a:ext uri="{FF2B5EF4-FFF2-40B4-BE49-F238E27FC236}">
                <a16:creationId xmlns:a16="http://schemas.microsoft.com/office/drawing/2014/main" id="{C5034BC3-4584-4A7D-8326-454AB6BE20C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1797" name="Marcador de Posição do Número do Diapositivo 4">
            <a:extLst>
              <a:ext uri="{FF2B5EF4-FFF2-40B4-BE49-F238E27FC236}">
                <a16:creationId xmlns:a16="http://schemas.microsoft.com/office/drawing/2014/main" id="{CF5EF039-3085-435E-AF38-BFB8D9B2A685}"/>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D034C0-15E6-4D51-BAE2-0CA58F4177DB}" type="slidenum">
              <a:rPr lang="en-US" altLang="pt-PT">
                <a:latin typeface="Lucida Calligraphy" panose="03010101010101010101" pitchFamily="66" charset="0"/>
              </a:rPr>
              <a:pPr eaLnBrk="1" hangingPunct="1"/>
              <a:t>69</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458393089"/>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0ECF04-8D26-416F-86CE-B5DBC11A05B5}"/>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62819" name="Marcador de Posição da Data 3">
            <a:extLst>
              <a:ext uri="{FF2B5EF4-FFF2-40B4-BE49-F238E27FC236}">
                <a16:creationId xmlns:a16="http://schemas.microsoft.com/office/drawing/2014/main" id="{37F4B065-5AF2-49F4-BA25-B91ED9A0B55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2820" name="Marcador de Posição do Número do Diapositivo 4">
            <a:extLst>
              <a:ext uri="{FF2B5EF4-FFF2-40B4-BE49-F238E27FC236}">
                <a16:creationId xmlns:a16="http://schemas.microsoft.com/office/drawing/2014/main" id="{E16E2582-BE96-4647-B79B-EB21A1AA1439}"/>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D55CF7-090E-4AEC-A018-37984F41EFEA}" type="slidenum">
              <a:rPr lang="en-US" altLang="pt-PT">
                <a:latin typeface="Lucida Calligraphy" panose="03010101010101010101" pitchFamily="66" charset="0"/>
              </a:rPr>
              <a:pPr eaLnBrk="1" hangingPunct="1"/>
              <a:t>70</a:t>
            </a:fld>
            <a:endParaRPr lang="en-US" altLang="pt-PT">
              <a:latin typeface="Lucida Calligraphy" panose="03010101010101010101" pitchFamily="66" charset="0"/>
            </a:endParaRPr>
          </a:p>
        </p:txBody>
      </p:sp>
      <p:pic>
        <p:nvPicPr>
          <p:cNvPr id="162821" name="Picture 2">
            <a:extLst>
              <a:ext uri="{FF2B5EF4-FFF2-40B4-BE49-F238E27FC236}">
                <a16:creationId xmlns:a16="http://schemas.microsoft.com/office/drawing/2014/main" id="{3B4E44AA-A965-4427-A1BB-5F362EF4E7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2873" y="1270398"/>
            <a:ext cx="6093619" cy="3231356"/>
          </a:xfrm>
          <a:noFill/>
        </p:spPr>
      </p:pic>
    </p:spTree>
    <p:extLst>
      <p:ext uri="{BB962C8B-B14F-4D97-AF65-F5344CB8AC3E}">
        <p14:creationId xmlns:p14="http://schemas.microsoft.com/office/powerpoint/2010/main" val="2418184086"/>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ACF5D-8134-4C97-A85B-3CF378F53AB2}"/>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6000" dirty="0">
              <a:solidFill>
                <a:srgbClr val="92D050"/>
              </a:solidFill>
            </a:endParaRPr>
          </a:p>
        </p:txBody>
      </p:sp>
      <p:sp>
        <p:nvSpPr>
          <p:cNvPr id="163843" name="Marcador de Posição de Conteúdo 2">
            <a:extLst>
              <a:ext uri="{FF2B5EF4-FFF2-40B4-BE49-F238E27FC236}">
                <a16:creationId xmlns:a16="http://schemas.microsoft.com/office/drawing/2014/main" id="{763C5F36-A32F-47EB-ACC8-0EF5A8DD129D}"/>
              </a:ext>
            </a:extLst>
          </p:cNvPr>
          <p:cNvSpPr>
            <a:spLocks noGrp="1"/>
          </p:cNvSpPr>
          <p:nvPr>
            <p:ph idx="1"/>
          </p:nvPr>
        </p:nvSpPr>
        <p:spPr/>
        <p:txBody>
          <a:bodyPr/>
          <a:lstStyle/>
          <a:p>
            <a:r>
              <a:rPr altLang="pt-PT" sz="1500"/>
              <a:t>O que são ACLs reflexivas?</a:t>
            </a:r>
          </a:p>
          <a:p>
            <a:r>
              <a:rPr altLang="pt-PT" sz="1500"/>
              <a:t>As ACLs reflexivas forçam o tráfego de resposta do destino de um pacote de saída conhecido recente a ir para a origem desse pacote de saída. Isso dá mais controle sobre o tráfego no qual você tem permissão na sua rede e aumenta os recursos das listas de acesso estendidas.</a:t>
            </a:r>
          </a:p>
          <a:p>
            <a:r>
              <a:rPr altLang="pt-PT" sz="1500"/>
              <a:t>Os administradores de rede utilizam ACLs reflexivas para permitir tráfego IP para sessões com origem em sua rede enquanto negam tráfego IP para sessões com origem fora da rede. Essas ACLs permitem ao roteador gerir tráfego de sessão dinamicamente. O roteador examina o tráfego de saída e, quando vê uma nova conexão, adiciona uma entrada a uma ACL temporária para permitir respostas. As ACLs reflexivas contêm apenas entradas temporárias. Essas entradas são criadas automaticamente quando uma nova sessão IP começa, por exemplo, com um pacote de saída, e as entradas são removidas automaticamente quando a sessão termina. </a:t>
            </a:r>
          </a:p>
        </p:txBody>
      </p:sp>
      <p:sp>
        <p:nvSpPr>
          <p:cNvPr id="163844" name="Marcador de Posição da Data 3">
            <a:extLst>
              <a:ext uri="{FF2B5EF4-FFF2-40B4-BE49-F238E27FC236}">
                <a16:creationId xmlns:a16="http://schemas.microsoft.com/office/drawing/2014/main" id="{5B0084F2-CBF8-49AA-9650-689629A7DD20}"/>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3845" name="Marcador de Posição do Número do Diapositivo 4">
            <a:extLst>
              <a:ext uri="{FF2B5EF4-FFF2-40B4-BE49-F238E27FC236}">
                <a16:creationId xmlns:a16="http://schemas.microsoft.com/office/drawing/2014/main" id="{1AB21F3E-5DFD-489A-B96D-4B8993BCA15D}"/>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126DBD-3C75-44B9-BF09-A41E43250EAD}" type="slidenum">
              <a:rPr lang="en-US" altLang="pt-PT">
                <a:latin typeface="Lucida Calligraphy" panose="03010101010101010101" pitchFamily="66" charset="0"/>
              </a:rPr>
              <a:pPr eaLnBrk="1" hangingPunct="1"/>
              <a:t>71</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2530020029"/>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AD434A-1F8E-440C-9CBD-555EF9E6359A}"/>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6000" dirty="0">
              <a:solidFill>
                <a:srgbClr val="92D050"/>
              </a:solidFill>
            </a:endParaRPr>
          </a:p>
        </p:txBody>
      </p:sp>
      <p:sp>
        <p:nvSpPr>
          <p:cNvPr id="164867" name="Marcador de Posição da Data 3">
            <a:extLst>
              <a:ext uri="{FF2B5EF4-FFF2-40B4-BE49-F238E27FC236}">
                <a16:creationId xmlns:a16="http://schemas.microsoft.com/office/drawing/2014/main" id="{BE719A0D-A223-41A3-A5FE-53846A2FE54B}"/>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4868" name="Marcador de Posição do Número do Diapositivo 4">
            <a:extLst>
              <a:ext uri="{FF2B5EF4-FFF2-40B4-BE49-F238E27FC236}">
                <a16:creationId xmlns:a16="http://schemas.microsoft.com/office/drawing/2014/main" id="{9ABCCAFA-913B-4062-ABE3-6B7623EF7CAE}"/>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1A4667-082B-4876-A64A-B8C57B88F885}" type="slidenum">
              <a:rPr lang="en-US" altLang="pt-PT">
                <a:latin typeface="Lucida Calligraphy" panose="03010101010101010101" pitchFamily="66" charset="0"/>
              </a:rPr>
              <a:pPr eaLnBrk="1" hangingPunct="1"/>
              <a:t>72</a:t>
            </a:fld>
            <a:endParaRPr lang="en-US" altLang="pt-PT">
              <a:latin typeface="Lucida Calligraphy" panose="03010101010101010101" pitchFamily="66" charset="0"/>
            </a:endParaRPr>
          </a:p>
        </p:txBody>
      </p:sp>
      <p:pic>
        <p:nvPicPr>
          <p:cNvPr id="164869" name="Picture 2">
            <a:extLst>
              <a:ext uri="{FF2B5EF4-FFF2-40B4-BE49-F238E27FC236}">
                <a16:creationId xmlns:a16="http://schemas.microsoft.com/office/drawing/2014/main" id="{7645DA13-7F7B-431F-9082-964B5F628F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08622" y="1085850"/>
            <a:ext cx="5523309" cy="3600450"/>
          </a:xfrm>
          <a:noFill/>
        </p:spPr>
      </p:pic>
    </p:spTree>
    <p:extLst>
      <p:ext uri="{BB962C8B-B14F-4D97-AF65-F5344CB8AC3E}">
        <p14:creationId xmlns:p14="http://schemas.microsoft.com/office/powerpoint/2010/main" val="1914645043"/>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0F167-D9CE-4C9F-ADBA-5591C4837FF3}"/>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6000" dirty="0">
              <a:solidFill>
                <a:srgbClr val="92D050"/>
              </a:solidFill>
            </a:endParaRPr>
          </a:p>
        </p:txBody>
      </p:sp>
      <p:sp>
        <p:nvSpPr>
          <p:cNvPr id="165891" name="Marcador de Posição da Data 3">
            <a:extLst>
              <a:ext uri="{FF2B5EF4-FFF2-40B4-BE49-F238E27FC236}">
                <a16:creationId xmlns:a16="http://schemas.microsoft.com/office/drawing/2014/main" id="{2DF02461-4F35-4687-8E37-F33F6D7246A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5892" name="Marcador de Posição do Número do Diapositivo 4">
            <a:extLst>
              <a:ext uri="{FF2B5EF4-FFF2-40B4-BE49-F238E27FC236}">
                <a16:creationId xmlns:a16="http://schemas.microsoft.com/office/drawing/2014/main" id="{4FC4F272-F071-461A-B576-9B1CA712EF83}"/>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E04A45-9D98-4E7D-9FC3-6A7758585EDB}" type="slidenum">
              <a:rPr lang="en-US" altLang="pt-PT">
                <a:latin typeface="Lucida Calligraphy" panose="03010101010101010101" pitchFamily="66" charset="0"/>
              </a:rPr>
              <a:pPr eaLnBrk="1" hangingPunct="1"/>
              <a:t>73</a:t>
            </a:fld>
            <a:endParaRPr lang="en-US" altLang="pt-PT">
              <a:latin typeface="Lucida Calligraphy" panose="03010101010101010101" pitchFamily="66" charset="0"/>
            </a:endParaRPr>
          </a:p>
        </p:txBody>
      </p:sp>
      <p:pic>
        <p:nvPicPr>
          <p:cNvPr id="165893" name="Picture 2">
            <a:extLst>
              <a:ext uri="{FF2B5EF4-FFF2-40B4-BE49-F238E27FC236}">
                <a16:creationId xmlns:a16="http://schemas.microsoft.com/office/drawing/2014/main" id="{4EE5C5FB-1AFA-48E0-B2C7-B9057FD82A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08622" y="1429941"/>
            <a:ext cx="5523309" cy="2912269"/>
          </a:xfrm>
          <a:noFill/>
        </p:spPr>
      </p:pic>
    </p:spTree>
    <p:extLst>
      <p:ext uri="{BB962C8B-B14F-4D97-AF65-F5344CB8AC3E}">
        <p14:creationId xmlns:p14="http://schemas.microsoft.com/office/powerpoint/2010/main" val="1654940792"/>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1A3E6E-1890-4113-84BB-2020F60F6171}"/>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66915" name="Marcador de Posição de Conteúdo 2">
            <a:extLst>
              <a:ext uri="{FF2B5EF4-FFF2-40B4-BE49-F238E27FC236}">
                <a16:creationId xmlns:a16="http://schemas.microsoft.com/office/drawing/2014/main" id="{85381937-FB15-4FA5-A5BC-2966C474915D}"/>
              </a:ext>
            </a:extLst>
          </p:cNvPr>
          <p:cNvSpPr>
            <a:spLocks noGrp="1"/>
          </p:cNvSpPr>
          <p:nvPr>
            <p:ph idx="1"/>
          </p:nvPr>
        </p:nvSpPr>
        <p:spPr/>
        <p:txBody>
          <a:bodyPr/>
          <a:lstStyle/>
          <a:p>
            <a:r>
              <a:rPr altLang="pt-PT" sz="2100"/>
              <a:t>O que são ACLs baseadas em tempo?</a:t>
            </a:r>
          </a:p>
          <a:p>
            <a:endParaRPr altLang="pt-PT" sz="2100"/>
          </a:p>
          <a:p>
            <a:r>
              <a:rPr altLang="pt-PT" sz="2100"/>
              <a:t>As ACLs baseadas em tempo são semelhantes a ACLs estendidas em termos de função, mas permitem o controle de acesso com base na hora. Para implementar ACLs baseadas em hora, você cria um intervalo que define horas específicas do dia e da semana. Você identifica o intervalo com um nome e se refere a ele por uma função. As restrições de hora são impostas na própria função.</a:t>
            </a:r>
          </a:p>
        </p:txBody>
      </p:sp>
      <p:sp>
        <p:nvSpPr>
          <p:cNvPr id="166916" name="Marcador de Posição da Data 3">
            <a:extLst>
              <a:ext uri="{FF2B5EF4-FFF2-40B4-BE49-F238E27FC236}">
                <a16:creationId xmlns:a16="http://schemas.microsoft.com/office/drawing/2014/main" id="{EAC1F077-D27D-4FAD-A591-E4668A5E60A8}"/>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6917" name="Marcador de Posição do Número do Diapositivo 4">
            <a:extLst>
              <a:ext uri="{FF2B5EF4-FFF2-40B4-BE49-F238E27FC236}">
                <a16:creationId xmlns:a16="http://schemas.microsoft.com/office/drawing/2014/main" id="{4C6BE9EF-4C48-4FA0-9295-460705A67F06}"/>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B08CC1-36E4-4284-8038-BA989C2247F2}" type="slidenum">
              <a:rPr lang="en-US" altLang="pt-PT">
                <a:latin typeface="Lucida Calligraphy" panose="03010101010101010101" pitchFamily="66" charset="0"/>
              </a:rPr>
              <a:pPr eaLnBrk="1" hangingPunct="1"/>
              <a:t>74</a:t>
            </a:fld>
            <a:endParaRPr lang="en-US" altLang="pt-PT">
              <a:latin typeface="Lucida Calligraphy" panose="03010101010101010101" pitchFamily="66" charset="0"/>
            </a:endParaRPr>
          </a:p>
        </p:txBody>
      </p:sp>
    </p:spTree>
    <p:extLst>
      <p:ext uri="{BB962C8B-B14F-4D97-AF65-F5344CB8AC3E}">
        <p14:creationId xmlns:p14="http://schemas.microsoft.com/office/powerpoint/2010/main" val="3338224025"/>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62C2E0-10B0-4CE3-929A-63A3AEFDAF9B}"/>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67939" name="Marcador de Posição da Data 3">
            <a:extLst>
              <a:ext uri="{FF2B5EF4-FFF2-40B4-BE49-F238E27FC236}">
                <a16:creationId xmlns:a16="http://schemas.microsoft.com/office/drawing/2014/main" id="{31FA7917-37D7-4F41-A8B8-36473BBD013A}"/>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7940" name="Marcador de Posição do Número do Diapositivo 4">
            <a:extLst>
              <a:ext uri="{FF2B5EF4-FFF2-40B4-BE49-F238E27FC236}">
                <a16:creationId xmlns:a16="http://schemas.microsoft.com/office/drawing/2014/main" id="{FAD1169B-C163-4D8A-9645-2D84BC0ACB97}"/>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724EB1-1FD0-4276-A951-5FFFF1D06CD5}" type="slidenum">
              <a:rPr lang="en-US" altLang="pt-PT">
                <a:latin typeface="Lucida Calligraphy" panose="03010101010101010101" pitchFamily="66" charset="0"/>
              </a:rPr>
              <a:pPr eaLnBrk="1" hangingPunct="1"/>
              <a:t>75</a:t>
            </a:fld>
            <a:endParaRPr lang="en-US" altLang="pt-PT">
              <a:latin typeface="Lucida Calligraphy" panose="03010101010101010101" pitchFamily="66" charset="0"/>
            </a:endParaRPr>
          </a:p>
        </p:txBody>
      </p:sp>
      <p:pic>
        <p:nvPicPr>
          <p:cNvPr id="167941" name="Picture 2">
            <a:extLst>
              <a:ext uri="{FF2B5EF4-FFF2-40B4-BE49-F238E27FC236}">
                <a16:creationId xmlns:a16="http://schemas.microsoft.com/office/drawing/2014/main" id="{DF86BD62-5031-4A6A-8C03-93B4FA5513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32472" y="1360885"/>
            <a:ext cx="4875609" cy="3050381"/>
          </a:xfrm>
          <a:noFill/>
        </p:spPr>
      </p:pic>
    </p:spTree>
    <p:extLst>
      <p:ext uri="{BB962C8B-B14F-4D97-AF65-F5344CB8AC3E}">
        <p14:creationId xmlns:p14="http://schemas.microsoft.com/office/powerpoint/2010/main" val="1116050545"/>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46B90E-49E2-46A9-B642-462E94567F6E}"/>
              </a:ext>
            </a:extLst>
          </p:cNvPr>
          <p:cNvSpPr>
            <a:spLocks noGrp="1"/>
          </p:cNvSpPr>
          <p:nvPr>
            <p:ph type="title"/>
          </p:nvPr>
        </p:nvSpPr>
        <p:spPr>
          <a:xfrm>
            <a:off x="457200" y="51470"/>
            <a:ext cx="8229600" cy="857250"/>
          </a:xfrm>
        </p:spPr>
        <p:txBody>
          <a:bodyPr>
            <a:normAutofit/>
          </a:bodyPr>
          <a:lstStyle/>
          <a:p>
            <a:pPr>
              <a:defRPr/>
            </a:pPr>
            <a:r>
              <a:rPr sz="4000" dirty="0">
                <a:solidFill>
                  <a:srgbClr val="92D050"/>
                </a:solidFill>
              </a:rPr>
              <a:t>Segurança em Redes</a:t>
            </a:r>
            <a:endParaRPr sz="5400" dirty="0">
              <a:solidFill>
                <a:srgbClr val="92D050"/>
              </a:solidFill>
            </a:endParaRPr>
          </a:p>
        </p:txBody>
      </p:sp>
      <p:sp>
        <p:nvSpPr>
          <p:cNvPr id="168963" name="Marcador de Posição da Data 3">
            <a:extLst>
              <a:ext uri="{FF2B5EF4-FFF2-40B4-BE49-F238E27FC236}">
                <a16:creationId xmlns:a16="http://schemas.microsoft.com/office/drawing/2014/main" id="{DBEB1CD9-975B-46CA-9CD6-E6C0A19E83B2}"/>
              </a:ext>
            </a:extLst>
          </p:cNvPr>
          <p:cNvSpPr>
            <a:spLocks noGrp="1"/>
          </p:cNvSpPr>
          <p:nvPr>
            <p:ph type="dt" sz="quarter" idx="4294967295"/>
          </p:nvPr>
        </p:nvSpPr>
        <p:spPr bwMode="auto">
          <a:xfrm>
            <a:off x="6553200" y="4767263"/>
            <a:ext cx="1733550"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pt-PT" altLang="pt-PT" sz="900">
                <a:solidFill>
                  <a:srgbClr val="B5A788"/>
                </a:solidFill>
                <a:latin typeface="Gill Sans MT" panose="020B0502020104020203" pitchFamily="34" charset="0"/>
                <a:cs typeface="Arial" panose="020B0604020202020204" pitchFamily="34" charset="0"/>
              </a:rPr>
              <a:t>Filipe André Martins de Freitas</a:t>
            </a:r>
            <a:endParaRPr lang="en-US" altLang="pt-PT" sz="900">
              <a:solidFill>
                <a:srgbClr val="B5A788"/>
              </a:solidFill>
              <a:latin typeface="Gill Sans MT" panose="020B0502020104020203" pitchFamily="34" charset="0"/>
              <a:cs typeface="Arial" panose="020B0604020202020204" pitchFamily="34" charset="0"/>
            </a:endParaRPr>
          </a:p>
        </p:txBody>
      </p:sp>
      <p:sp>
        <p:nvSpPr>
          <p:cNvPr id="168964" name="Marcador de Posição do Número do Diapositivo 4">
            <a:extLst>
              <a:ext uri="{FF2B5EF4-FFF2-40B4-BE49-F238E27FC236}">
                <a16:creationId xmlns:a16="http://schemas.microsoft.com/office/drawing/2014/main" id="{536201D9-6127-415F-8EC1-198AF56927E5}"/>
              </a:ext>
            </a:extLst>
          </p:cNvPr>
          <p:cNvSpPr>
            <a:spLocks noGrp="1"/>
          </p:cNvSpPr>
          <p:nvPr>
            <p:ph type="sldNum" sz="quarter" idx="10"/>
          </p:nvPr>
        </p:nvSpPr>
        <p:spPr bwMode="auto">
          <a:xfrm>
            <a:off x="7855744" y="4729162"/>
            <a:ext cx="371475" cy="357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557213" indent="-214313" eaLnBrk="0" hangingPunct="0">
              <a:defRPr>
                <a:solidFill>
                  <a:schemeClr val="tx1"/>
                </a:solidFill>
                <a:latin typeface="Arial" panose="020B0604020202020204" pitchFamily="34" charset="0"/>
              </a:defRPr>
            </a:lvl2pPr>
            <a:lvl3pPr marL="857250" indent="-171450" eaLnBrk="0" hangingPunct="0">
              <a:defRPr>
                <a:solidFill>
                  <a:schemeClr val="tx1"/>
                </a:solidFill>
                <a:latin typeface="Arial" panose="020B0604020202020204" pitchFamily="34" charset="0"/>
              </a:defRPr>
            </a:lvl3pPr>
            <a:lvl4pPr marL="1200150" indent="-171450" eaLnBrk="0" hangingPunct="0">
              <a:defRPr>
                <a:solidFill>
                  <a:schemeClr val="tx1"/>
                </a:solidFill>
                <a:latin typeface="Arial" panose="020B0604020202020204" pitchFamily="34" charset="0"/>
              </a:defRPr>
            </a:lvl4pPr>
            <a:lvl5pPr marL="1543050" indent="-171450" eaLnBrk="0" hangingPunct="0">
              <a:defRPr>
                <a:solidFill>
                  <a:schemeClr val="tx1"/>
                </a:solidFill>
                <a:latin typeface="Arial" panose="020B0604020202020204" pitchFamily="34" charset="0"/>
              </a:defRPr>
            </a:lvl5pPr>
            <a:lvl6pPr marL="1885950" indent="-171450" eaLnBrk="0" fontAlgn="base" hangingPunct="0">
              <a:spcBef>
                <a:spcPct val="0"/>
              </a:spcBef>
              <a:spcAft>
                <a:spcPct val="0"/>
              </a:spcAft>
              <a:defRPr>
                <a:solidFill>
                  <a:schemeClr val="tx1"/>
                </a:solidFill>
                <a:latin typeface="Arial" panose="020B0604020202020204" pitchFamily="34" charset="0"/>
              </a:defRPr>
            </a:lvl6pPr>
            <a:lvl7pPr marL="2228850" indent="-171450" eaLnBrk="0" fontAlgn="base" hangingPunct="0">
              <a:spcBef>
                <a:spcPct val="0"/>
              </a:spcBef>
              <a:spcAft>
                <a:spcPct val="0"/>
              </a:spcAft>
              <a:defRPr>
                <a:solidFill>
                  <a:schemeClr val="tx1"/>
                </a:solidFill>
                <a:latin typeface="Arial" panose="020B0604020202020204" pitchFamily="34" charset="0"/>
              </a:defRPr>
            </a:lvl7pPr>
            <a:lvl8pPr marL="2571750" indent="-171450" eaLnBrk="0" fontAlgn="base" hangingPunct="0">
              <a:spcBef>
                <a:spcPct val="0"/>
              </a:spcBef>
              <a:spcAft>
                <a:spcPct val="0"/>
              </a:spcAft>
              <a:defRPr>
                <a:solidFill>
                  <a:schemeClr val="tx1"/>
                </a:solidFill>
                <a:latin typeface="Arial" panose="020B0604020202020204" pitchFamily="34" charset="0"/>
              </a:defRPr>
            </a:lvl8pPr>
            <a:lvl9pPr marL="2914650" indent="-17145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003EC0-76D4-4BD9-A4B3-7EDE7BCB439A}" type="slidenum">
              <a:rPr lang="en-US" altLang="pt-PT">
                <a:latin typeface="Lucida Calligraphy" panose="03010101010101010101" pitchFamily="66" charset="0"/>
              </a:rPr>
              <a:pPr eaLnBrk="1" hangingPunct="1"/>
              <a:t>76</a:t>
            </a:fld>
            <a:endParaRPr lang="en-US" altLang="pt-PT">
              <a:latin typeface="Lucida Calligraphy" panose="03010101010101010101" pitchFamily="66" charset="0"/>
            </a:endParaRPr>
          </a:p>
        </p:txBody>
      </p:sp>
      <p:pic>
        <p:nvPicPr>
          <p:cNvPr id="168965" name="Picture 2">
            <a:extLst>
              <a:ext uri="{FF2B5EF4-FFF2-40B4-BE49-F238E27FC236}">
                <a16:creationId xmlns:a16="http://schemas.microsoft.com/office/drawing/2014/main" id="{4EBAEDCE-F035-4F0E-99BF-1CB86F4C0E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32472" y="1697831"/>
            <a:ext cx="4875609" cy="2376488"/>
          </a:xfrm>
          <a:noFill/>
        </p:spPr>
      </p:pic>
    </p:spTree>
    <p:extLst>
      <p:ext uri="{BB962C8B-B14F-4D97-AF65-F5344CB8AC3E}">
        <p14:creationId xmlns:p14="http://schemas.microsoft.com/office/powerpoint/2010/main" val="1619719655"/>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e Conteúdo 2"/>
          <p:cNvSpPr>
            <a:spLocks noGrp="1"/>
          </p:cNvSpPr>
          <p:nvPr>
            <p:ph idx="1"/>
          </p:nvPr>
        </p:nvSpPr>
        <p:spPr/>
        <p:txBody>
          <a:bodyPr/>
          <a:lstStyle/>
          <a:p>
            <a:pPr marL="0" indent="0" algn="ctr">
              <a:buNone/>
            </a:pPr>
            <a:endParaRPr lang="pt-PT" sz="4950" dirty="0">
              <a:solidFill>
                <a:schemeClr val="tx2"/>
              </a:solidFill>
            </a:endParaRPr>
          </a:p>
          <a:p>
            <a:pPr marL="0" indent="0" algn="ctr">
              <a:buNone/>
            </a:pPr>
            <a:r>
              <a:rPr lang="pt-PT" sz="4950" dirty="0">
                <a:solidFill>
                  <a:schemeClr val="tx2"/>
                </a:solidFill>
              </a:rPr>
              <a:t>DÚVIDAS ?!</a:t>
            </a:r>
          </a:p>
          <a:p>
            <a:endParaRPr lang="pt-PT" dirty="0"/>
          </a:p>
        </p:txBody>
      </p:sp>
    </p:spTree>
    <p:extLst>
      <p:ext uri="{BB962C8B-B14F-4D97-AF65-F5344CB8AC3E}">
        <p14:creationId xmlns:p14="http://schemas.microsoft.com/office/powerpoint/2010/main" val="31970691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39346"/>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1574</TotalTime>
  <Words>3361</Words>
  <Application>Microsoft Office PowerPoint</Application>
  <PresentationFormat>Apresentação no Ecrã (16:9)</PresentationFormat>
  <Paragraphs>343</Paragraphs>
  <Slides>78</Slides>
  <Notes>0</Notes>
  <HiddenSlides>0</HiddenSlides>
  <MMClips>0</MMClips>
  <ScaleCrop>false</ScaleCrop>
  <HeadingPairs>
    <vt:vector size="6" baseType="variant">
      <vt:variant>
        <vt:lpstr>Tipos de letra usados</vt:lpstr>
      </vt:variant>
      <vt:variant>
        <vt:i4>4</vt:i4>
      </vt:variant>
      <vt:variant>
        <vt:lpstr>Tema</vt:lpstr>
      </vt:variant>
      <vt:variant>
        <vt:i4>3</vt:i4>
      </vt:variant>
      <vt:variant>
        <vt:lpstr>Títulos dos diapositivos</vt:lpstr>
      </vt:variant>
      <vt:variant>
        <vt:i4>78</vt:i4>
      </vt:variant>
    </vt:vector>
  </HeadingPairs>
  <TitlesOfParts>
    <vt:vector size="85" baseType="lpstr">
      <vt:lpstr>Arial</vt:lpstr>
      <vt:lpstr>Calibri</vt:lpstr>
      <vt:lpstr>Gill Sans MT</vt:lpstr>
      <vt:lpstr>Lucida Calligraphy</vt:lpstr>
      <vt:lpstr>Office Theme</vt:lpstr>
      <vt:lpstr>1_Office Theme</vt:lpstr>
      <vt:lpstr>2_Office Theme</vt:lpstr>
      <vt:lpstr>Apresentação do PowerPoint</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Segurança em Redes</vt:lpstr>
      <vt:lpstr>Apresentação do PowerPoint</vt:lpstr>
      <vt:lpstr>Apresentação do PowerPoint</vt:lpstr>
    </vt:vector>
  </TitlesOfParts>
  <Company>Universidade da Madeira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Marco Bruno Ferreira Câmara</dc:creator>
  <cp:lastModifiedBy> </cp:lastModifiedBy>
  <cp:revision>164</cp:revision>
  <dcterms:created xsi:type="dcterms:W3CDTF">2015-11-24T13:06:15Z</dcterms:created>
  <dcterms:modified xsi:type="dcterms:W3CDTF">2018-10-21T14:22:45Z</dcterms:modified>
</cp:coreProperties>
</file>